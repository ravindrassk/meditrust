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4A290-F36A-4405-83C9-64F6A067DF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30B395-AD1F-42D8-82B2-117CC12C0DEF}">
      <dgm:prSet/>
      <dgm:spPr/>
      <dgm:t>
        <a:bodyPr/>
        <a:lstStyle/>
        <a:p>
          <a:r>
            <a:rPr lang="en-US"/>
            <a:t>MediTrust is a healthcare risk screening prototype that:</a:t>
          </a:r>
        </a:p>
      </dgm:t>
    </dgm:pt>
    <dgm:pt modelId="{05C5536F-9748-4558-9475-1C082C1764AD}" type="parTrans" cxnId="{B8B799D3-E7D2-4DBA-A821-D25DBAE3CD05}">
      <dgm:prSet/>
      <dgm:spPr/>
      <dgm:t>
        <a:bodyPr/>
        <a:lstStyle/>
        <a:p>
          <a:endParaRPr lang="en-US"/>
        </a:p>
      </dgm:t>
    </dgm:pt>
    <dgm:pt modelId="{946E1B76-FB3E-44C7-B29E-6516E28FCE66}" type="sibTrans" cxnId="{B8B799D3-E7D2-4DBA-A821-D25DBAE3CD05}">
      <dgm:prSet/>
      <dgm:spPr/>
      <dgm:t>
        <a:bodyPr/>
        <a:lstStyle/>
        <a:p>
          <a:endParaRPr lang="en-US"/>
        </a:p>
      </dgm:t>
    </dgm:pt>
    <dgm:pt modelId="{8C5C58ED-C512-4CD1-B2E5-67A9DF8459BD}">
      <dgm:prSet/>
      <dgm:spPr/>
      <dgm:t>
        <a:bodyPr/>
        <a:lstStyle/>
        <a:p>
          <a:r>
            <a:rPr lang="en-US"/>
            <a:t>- Collects patient information</a:t>
          </a:r>
        </a:p>
      </dgm:t>
    </dgm:pt>
    <dgm:pt modelId="{7E3AD01E-5157-4422-A8F8-9D994B1AB780}" type="parTrans" cxnId="{E7893404-8CB6-4F7A-922F-11C2F9051ACF}">
      <dgm:prSet/>
      <dgm:spPr/>
      <dgm:t>
        <a:bodyPr/>
        <a:lstStyle/>
        <a:p>
          <a:endParaRPr lang="en-US"/>
        </a:p>
      </dgm:t>
    </dgm:pt>
    <dgm:pt modelId="{FAB1B8E9-06C9-43C1-AADB-ECE3B13589CB}" type="sibTrans" cxnId="{E7893404-8CB6-4F7A-922F-11C2F9051ACF}">
      <dgm:prSet/>
      <dgm:spPr/>
      <dgm:t>
        <a:bodyPr/>
        <a:lstStyle/>
        <a:p>
          <a:endParaRPr lang="en-US"/>
        </a:p>
      </dgm:t>
    </dgm:pt>
    <dgm:pt modelId="{6BA13B86-8ABC-442F-8F57-B3278CEEE396}">
      <dgm:prSet/>
      <dgm:spPr/>
      <dgm:t>
        <a:bodyPr/>
        <a:lstStyle/>
        <a:p>
          <a:r>
            <a:rPr lang="en-US"/>
            <a:t>- Estimates preliminary health risk</a:t>
          </a:r>
        </a:p>
      </dgm:t>
    </dgm:pt>
    <dgm:pt modelId="{E6B04B70-20B2-4F7A-91DD-1C7140913236}" type="parTrans" cxnId="{301E622E-A624-48EA-A1C8-56FE715714F4}">
      <dgm:prSet/>
      <dgm:spPr/>
      <dgm:t>
        <a:bodyPr/>
        <a:lstStyle/>
        <a:p>
          <a:endParaRPr lang="en-US"/>
        </a:p>
      </dgm:t>
    </dgm:pt>
    <dgm:pt modelId="{D133EE8A-8BB6-4E39-B700-A3E7BCED700E}" type="sibTrans" cxnId="{301E622E-A624-48EA-A1C8-56FE715714F4}">
      <dgm:prSet/>
      <dgm:spPr/>
      <dgm:t>
        <a:bodyPr/>
        <a:lstStyle/>
        <a:p>
          <a:endParaRPr lang="en-US"/>
        </a:p>
      </dgm:t>
    </dgm:pt>
    <dgm:pt modelId="{0992CB51-9A70-4899-971A-F65BE3A2173F}">
      <dgm:prSet/>
      <dgm:spPr/>
      <dgm:t>
        <a:bodyPr/>
        <a:lstStyle/>
        <a:p>
          <a:r>
            <a:rPr lang="en-US"/>
            <a:t>- Stores results </a:t>
          </a:r>
        </a:p>
      </dgm:t>
    </dgm:pt>
    <dgm:pt modelId="{D6CBA72D-CF55-47AE-846A-5D09C5FC8998}" type="parTrans" cxnId="{0B7D1BDF-5A1C-433E-B2D0-0F011C2E349F}">
      <dgm:prSet/>
      <dgm:spPr/>
      <dgm:t>
        <a:bodyPr/>
        <a:lstStyle/>
        <a:p>
          <a:endParaRPr lang="en-US"/>
        </a:p>
      </dgm:t>
    </dgm:pt>
    <dgm:pt modelId="{0164FD75-94C4-4E03-A5AC-95BB982FF780}" type="sibTrans" cxnId="{0B7D1BDF-5A1C-433E-B2D0-0F011C2E349F}">
      <dgm:prSet/>
      <dgm:spPr/>
      <dgm:t>
        <a:bodyPr/>
        <a:lstStyle/>
        <a:p>
          <a:endParaRPr lang="en-US"/>
        </a:p>
      </dgm:t>
    </dgm:pt>
    <dgm:pt modelId="{EC95802D-338B-48BF-B324-7944DABE7EFC}">
      <dgm:prSet/>
      <dgm:spPr/>
      <dgm:t>
        <a:bodyPr/>
        <a:lstStyle/>
        <a:p>
          <a:r>
            <a:rPr lang="en-US"/>
            <a:t>- Implements authentication</a:t>
          </a:r>
        </a:p>
      </dgm:t>
    </dgm:pt>
    <dgm:pt modelId="{F53995BB-C64A-47B4-9DF1-CE10B7DDD25D}" type="parTrans" cxnId="{A5D195F6-8F0F-4965-8235-DFC2555FB6D4}">
      <dgm:prSet/>
      <dgm:spPr/>
      <dgm:t>
        <a:bodyPr/>
        <a:lstStyle/>
        <a:p>
          <a:endParaRPr lang="en-US"/>
        </a:p>
      </dgm:t>
    </dgm:pt>
    <dgm:pt modelId="{8D0BD767-CE21-4871-AF99-10DD3B7A6388}" type="sibTrans" cxnId="{A5D195F6-8F0F-4965-8235-DFC2555FB6D4}">
      <dgm:prSet/>
      <dgm:spPr/>
      <dgm:t>
        <a:bodyPr/>
        <a:lstStyle/>
        <a:p>
          <a:endParaRPr lang="en-US"/>
        </a:p>
      </dgm:t>
    </dgm:pt>
    <dgm:pt modelId="{7BDC6FD9-F39D-45F9-8BC5-93BC0587A48D}">
      <dgm:prSet/>
      <dgm:spPr/>
      <dgm:t>
        <a:bodyPr/>
        <a:lstStyle/>
        <a:p>
          <a:r>
            <a:rPr lang="en-US"/>
            <a:t>- Demonstrates full-stack integration</a:t>
          </a:r>
        </a:p>
      </dgm:t>
    </dgm:pt>
    <dgm:pt modelId="{ED55AD8E-9F47-4C56-8A88-80644A545965}" type="parTrans" cxnId="{D2E1E667-EF8B-4F20-B3A3-F6681DA76882}">
      <dgm:prSet/>
      <dgm:spPr/>
      <dgm:t>
        <a:bodyPr/>
        <a:lstStyle/>
        <a:p>
          <a:endParaRPr lang="en-US"/>
        </a:p>
      </dgm:t>
    </dgm:pt>
    <dgm:pt modelId="{9C90B56E-13A6-4077-B2AD-FB1D55BDAD3F}" type="sibTrans" cxnId="{D2E1E667-EF8B-4F20-B3A3-F6681DA76882}">
      <dgm:prSet/>
      <dgm:spPr/>
      <dgm:t>
        <a:bodyPr/>
        <a:lstStyle/>
        <a:p>
          <a:endParaRPr lang="en-US"/>
        </a:p>
      </dgm:t>
    </dgm:pt>
    <dgm:pt modelId="{12746BC9-3CF0-4280-B6F8-EAF03E22A430}" type="pres">
      <dgm:prSet presAssocID="{D134A290-F36A-4405-83C9-64F6A067DFA7}" presName="linear" presStyleCnt="0">
        <dgm:presLayoutVars>
          <dgm:animLvl val="lvl"/>
          <dgm:resizeHandles val="exact"/>
        </dgm:presLayoutVars>
      </dgm:prSet>
      <dgm:spPr/>
    </dgm:pt>
    <dgm:pt modelId="{9A41A889-A032-40A2-9AD7-7D63025A1855}" type="pres">
      <dgm:prSet presAssocID="{9A30B395-AD1F-42D8-82B2-117CC12C0DE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F988155-C6E3-4653-B2FE-314C1E92EE57}" type="pres">
      <dgm:prSet presAssocID="{946E1B76-FB3E-44C7-B29E-6516E28FCE66}" presName="spacer" presStyleCnt="0"/>
      <dgm:spPr/>
    </dgm:pt>
    <dgm:pt modelId="{7EEB962A-EDA6-4741-8E15-7CB82E705FA8}" type="pres">
      <dgm:prSet presAssocID="{8C5C58ED-C512-4CD1-B2E5-67A9DF8459B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060537F-DD9A-4D3F-B41E-4398F5D2F44C}" type="pres">
      <dgm:prSet presAssocID="{FAB1B8E9-06C9-43C1-AADB-ECE3B13589CB}" presName="spacer" presStyleCnt="0"/>
      <dgm:spPr/>
    </dgm:pt>
    <dgm:pt modelId="{CEAC6FB6-BCBD-445E-8999-A21989EAF05B}" type="pres">
      <dgm:prSet presAssocID="{6BA13B86-8ABC-442F-8F57-B3278CEEE39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4F932A2-21B6-4455-9F13-945974BA703B}" type="pres">
      <dgm:prSet presAssocID="{D133EE8A-8BB6-4E39-B700-A3E7BCED700E}" presName="spacer" presStyleCnt="0"/>
      <dgm:spPr/>
    </dgm:pt>
    <dgm:pt modelId="{A7EB071B-CDCA-4183-A9F2-BFC7179D0A4D}" type="pres">
      <dgm:prSet presAssocID="{0992CB51-9A70-4899-971A-F65BE3A2173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834BDDD-C152-4616-A392-76C46723AE87}" type="pres">
      <dgm:prSet presAssocID="{0164FD75-94C4-4E03-A5AC-95BB982FF780}" presName="spacer" presStyleCnt="0"/>
      <dgm:spPr/>
    </dgm:pt>
    <dgm:pt modelId="{28BCB23D-89B2-4422-B293-2487D5EA13BE}" type="pres">
      <dgm:prSet presAssocID="{EC95802D-338B-48BF-B324-7944DABE7EF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3B995C4-7A05-4E07-B140-AE3282A151F7}" type="pres">
      <dgm:prSet presAssocID="{8D0BD767-CE21-4871-AF99-10DD3B7A6388}" presName="spacer" presStyleCnt="0"/>
      <dgm:spPr/>
    </dgm:pt>
    <dgm:pt modelId="{C0F7970C-318C-4629-8EE9-1014F8252472}" type="pres">
      <dgm:prSet presAssocID="{7BDC6FD9-F39D-45F9-8BC5-93BC0587A48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58B9701-C596-4648-8983-5DAF858E8A79}" type="presOf" srcId="{EC95802D-338B-48BF-B324-7944DABE7EFC}" destId="{28BCB23D-89B2-4422-B293-2487D5EA13BE}" srcOrd="0" destOrd="0" presId="urn:microsoft.com/office/officeart/2005/8/layout/vList2"/>
    <dgm:cxn modelId="{B2D1AB01-0468-4313-9374-7D2C600BBC96}" type="presOf" srcId="{8C5C58ED-C512-4CD1-B2E5-67A9DF8459BD}" destId="{7EEB962A-EDA6-4741-8E15-7CB82E705FA8}" srcOrd="0" destOrd="0" presId="urn:microsoft.com/office/officeart/2005/8/layout/vList2"/>
    <dgm:cxn modelId="{E7893404-8CB6-4F7A-922F-11C2F9051ACF}" srcId="{D134A290-F36A-4405-83C9-64F6A067DFA7}" destId="{8C5C58ED-C512-4CD1-B2E5-67A9DF8459BD}" srcOrd="1" destOrd="0" parTransId="{7E3AD01E-5157-4422-A8F8-9D994B1AB780}" sibTransId="{FAB1B8E9-06C9-43C1-AADB-ECE3B13589CB}"/>
    <dgm:cxn modelId="{301E622E-A624-48EA-A1C8-56FE715714F4}" srcId="{D134A290-F36A-4405-83C9-64F6A067DFA7}" destId="{6BA13B86-8ABC-442F-8F57-B3278CEEE396}" srcOrd="2" destOrd="0" parTransId="{E6B04B70-20B2-4F7A-91DD-1C7140913236}" sibTransId="{D133EE8A-8BB6-4E39-B700-A3E7BCED700E}"/>
    <dgm:cxn modelId="{A92EAE3C-B11B-4143-BD53-9817CD71F587}" type="presOf" srcId="{9A30B395-AD1F-42D8-82B2-117CC12C0DEF}" destId="{9A41A889-A032-40A2-9AD7-7D63025A1855}" srcOrd="0" destOrd="0" presId="urn:microsoft.com/office/officeart/2005/8/layout/vList2"/>
    <dgm:cxn modelId="{3501C13F-F13A-4217-A8D5-8F0D1270BC8B}" type="presOf" srcId="{6BA13B86-8ABC-442F-8F57-B3278CEEE396}" destId="{CEAC6FB6-BCBD-445E-8999-A21989EAF05B}" srcOrd="0" destOrd="0" presId="urn:microsoft.com/office/officeart/2005/8/layout/vList2"/>
    <dgm:cxn modelId="{D2E1E667-EF8B-4F20-B3A3-F6681DA76882}" srcId="{D134A290-F36A-4405-83C9-64F6A067DFA7}" destId="{7BDC6FD9-F39D-45F9-8BC5-93BC0587A48D}" srcOrd="5" destOrd="0" parTransId="{ED55AD8E-9F47-4C56-8A88-80644A545965}" sibTransId="{9C90B56E-13A6-4077-B2AD-FB1D55BDAD3F}"/>
    <dgm:cxn modelId="{27D093A3-6CB4-4B56-98DA-6460792E7C8A}" type="presOf" srcId="{7BDC6FD9-F39D-45F9-8BC5-93BC0587A48D}" destId="{C0F7970C-318C-4629-8EE9-1014F8252472}" srcOrd="0" destOrd="0" presId="urn:microsoft.com/office/officeart/2005/8/layout/vList2"/>
    <dgm:cxn modelId="{E755FFAC-9E93-41E6-91D5-863A5A73656B}" type="presOf" srcId="{0992CB51-9A70-4899-971A-F65BE3A2173F}" destId="{A7EB071B-CDCA-4183-A9F2-BFC7179D0A4D}" srcOrd="0" destOrd="0" presId="urn:microsoft.com/office/officeart/2005/8/layout/vList2"/>
    <dgm:cxn modelId="{B8B799D3-E7D2-4DBA-A821-D25DBAE3CD05}" srcId="{D134A290-F36A-4405-83C9-64F6A067DFA7}" destId="{9A30B395-AD1F-42D8-82B2-117CC12C0DEF}" srcOrd="0" destOrd="0" parTransId="{05C5536F-9748-4558-9475-1C082C1764AD}" sibTransId="{946E1B76-FB3E-44C7-B29E-6516E28FCE66}"/>
    <dgm:cxn modelId="{0B7D1BDF-5A1C-433E-B2D0-0F011C2E349F}" srcId="{D134A290-F36A-4405-83C9-64F6A067DFA7}" destId="{0992CB51-9A70-4899-971A-F65BE3A2173F}" srcOrd="3" destOrd="0" parTransId="{D6CBA72D-CF55-47AE-846A-5D09C5FC8998}" sibTransId="{0164FD75-94C4-4E03-A5AC-95BB982FF780}"/>
    <dgm:cxn modelId="{56C19EDF-0B76-40C5-8C7C-84B892D7DB2F}" type="presOf" srcId="{D134A290-F36A-4405-83C9-64F6A067DFA7}" destId="{12746BC9-3CF0-4280-B6F8-EAF03E22A430}" srcOrd="0" destOrd="0" presId="urn:microsoft.com/office/officeart/2005/8/layout/vList2"/>
    <dgm:cxn modelId="{A5D195F6-8F0F-4965-8235-DFC2555FB6D4}" srcId="{D134A290-F36A-4405-83C9-64F6A067DFA7}" destId="{EC95802D-338B-48BF-B324-7944DABE7EFC}" srcOrd="4" destOrd="0" parTransId="{F53995BB-C64A-47B4-9DF1-CE10B7DDD25D}" sibTransId="{8D0BD767-CE21-4871-AF99-10DD3B7A6388}"/>
    <dgm:cxn modelId="{5D4B0870-5224-4C96-9C43-E626491B034F}" type="presParOf" srcId="{12746BC9-3CF0-4280-B6F8-EAF03E22A430}" destId="{9A41A889-A032-40A2-9AD7-7D63025A1855}" srcOrd="0" destOrd="0" presId="urn:microsoft.com/office/officeart/2005/8/layout/vList2"/>
    <dgm:cxn modelId="{CC6A3749-46C3-4402-BF92-C24233125EFD}" type="presParOf" srcId="{12746BC9-3CF0-4280-B6F8-EAF03E22A430}" destId="{7F988155-C6E3-4653-B2FE-314C1E92EE57}" srcOrd="1" destOrd="0" presId="urn:microsoft.com/office/officeart/2005/8/layout/vList2"/>
    <dgm:cxn modelId="{D4FEA2D7-A27D-415D-8031-A8D8E937E4D2}" type="presParOf" srcId="{12746BC9-3CF0-4280-B6F8-EAF03E22A430}" destId="{7EEB962A-EDA6-4741-8E15-7CB82E705FA8}" srcOrd="2" destOrd="0" presId="urn:microsoft.com/office/officeart/2005/8/layout/vList2"/>
    <dgm:cxn modelId="{C214F9C2-F28E-47B4-A739-124D63343DC2}" type="presParOf" srcId="{12746BC9-3CF0-4280-B6F8-EAF03E22A430}" destId="{8060537F-DD9A-4D3F-B41E-4398F5D2F44C}" srcOrd="3" destOrd="0" presId="urn:microsoft.com/office/officeart/2005/8/layout/vList2"/>
    <dgm:cxn modelId="{4F9E5928-7701-47BC-BE07-E4244D4FAAD8}" type="presParOf" srcId="{12746BC9-3CF0-4280-B6F8-EAF03E22A430}" destId="{CEAC6FB6-BCBD-445E-8999-A21989EAF05B}" srcOrd="4" destOrd="0" presId="urn:microsoft.com/office/officeart/2005/8/layout/vList2"/>
    <dgm:cxn modelId="{74913304-00C6-47E8-9677-3C5C8559F66B}" type="presParOf" srcId="{12746BC9-3CF0-4280-B6F8-EAF03E22A430}" destId="{74F932A2-21B6-4455-9F13-945974BA703B}" srcOrd="5" destOrd="0" presId="urn:microsoft.com/office/officeart/2005/8/layout/vList2"/>
    <dgm:cxn modelId="{C3224E0A-858D-46C4-9A72-B8441EEB1856}" type="presParOf" srcId="{12746BC9-3CF0-4280-B6F8-EAF03E22A430}" destId="{A7EB071B-CDCA-4183-A9F2-BFC7179D0A4D}" srcOrd="6" destOrd="0" presId="urn:microsoft.com/office/officeart/2005/8/layout/vList2"/>
    <dgm:cxn modelId="{A1531CF3-E43F-4743-B46B-E1318D4561DD}" type="presParOf" srcId="{12746BC9-3CF0-4280-B6F8-EAF03E22A430}" destId="{F834BDDD-C152-4616-A392-76C46723AE87}" srcOrd="7" destOrd="0" presId="urn:microsoft.com/office/officeart/2005/8/layout/vList2"/>
    <dgm:cxn modelId="{0B7D5FEE-0A7B-4BAD-98FD-B82C23784C21}" type="presParOf" srcId="{12746BC9-3CF0-4280-B6F8-EAF03E22A430}" destId="{28BCB23D-89B2-4422-B293-2487D5EA13BE}" srcOrd="8" destOrd="0" presId="urn:microsoft.com/office/officeart/2005/8/layout/vList2"/>
    <dgm:cxn modelId="{86F75AAC-AC99-4184-A4AF-057FFFCF592C}" type="presParOf" srcId="{12746BC9-3CF0-4280-B6F8-EAF03E22A430}" destId="{A3B995C4-7A05-4E07-B140-AE3282A151F7}" srcOrd="9" destOrd="0" presId="urn:microsoft.com/office/officeart/2005/8/layout/vList2"/>
    <dgm:cxn modelId="{6FCD19A7-D2E9-42A9-A3BF-D755376B34E6}" type="presParOf" srcId="{12746BC9-3CF0-4280-B6F8-EAF03E22A430}" destId="{C0F7970C-318C-4629-8EE9-1014F825247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28FC3B-1396-4B05-8C87-239665CF77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8544E1-8506-4916-9054-F44438A9CDFA}">
      <dgm:prSet/>
      <dgm:spPr/>
      <dgm:t>
        <a:bodyPr/>
        <a:lstStyle/>
        <a:p>
          <a:r>
            <a:rPr lang="en-US"/>
            <a:t>- Develop functional frontend prototype</a:t>
          </a:r>
        </a:p>
      </dgm:t>
    </dgm:pt>
    <dgm:pt modelId="{AFED40D8-F6C9-4052-BF14-5C1A3F675559}" type="parTrans" cxnId="{D5741471-8554-4725-BC85-9BEA1681EA95}">
      <dgm:prSet/>
      <dgm:spPr/>
      <dgm:t>
        <a:bodyPr/>
        <a:lstStyle/>
        <a:p>
          <a:endParaRPr lang="en-US"/>
        </a:p>
      </dgm:t>
    </dgm:pt>
    <dgm:pt modelId="{4E934452-7732-4398-803D-998C581D833B}" type="sibTrans" cxnId="{D5741471-8554-4725-BC85-9BEA1681EA95}">
      <dgm:prSet/>
      <dgm:spPr/>
      <dgm:t>
        <a:bodyPr/>
        <a:lstStyle/>
        <a:p>
          <a:endParaRPr lang="en-US"/>
        </a:p>
      </dgm:t>
    </dgm:pt>
    <dgm:pt modelId="{1205E090-6B92-4895-A477-08C00E60C88E}">
      <dgm:prSet/>
      <dgm:spPr/>
      <dgm:t>
        <a:bodyPr/>
        <a:lstStyle/>
        <a:p>
          <a:r>
            <a:rPr lang="en-US"/>
            <a:t>- Implement REST API using FastAPI</a:t>
          </a:r>
        </a:p>
      </dgm:t>
    </dgm:pt>
    <dgm:pt modelId="{54D691DC-5356-4E11-825D-55AB6C238392}" type="parTrans" cxnId="{4ADF2E62-105E-4F50-BB87-15FB5196E863}">
      <dgm:prSet/>
      <dgm:spPr/>
      <dgm:t>
        <a:bodyPr/>
        <a:lstStyle/>
        <a:p>
          <a:endParaRPr lang="en-US"/>
        </a:p>
      </dgm:t>
    </dgm:pt>
    <dgm:pt modelId="{E85BF820-F60D-4374-873C-FFC184F84F4E}" type="sibTrans" cxnId="{4ADF2E62-105E-4F50-BB87-15FB5196E863}">
      <dgm:prSet/>
      <dgm:spPr/>
      <dgm:t>
        <a:bodyPr/>
        <a:lstStyle/>
        <a:p>
          <a:endParaRPr lang="en-US"/>
        </a:p>
      </dgm:t>
    </dgm:pt>
    <dgm:pt modelId="{90633B21-000A-489D-817A-A065897BD91D}">
      <dgm:prSet/>
      <dgm:spPr/>
      <dgm:t>
        <a:bodyPr/>
        <a:lstStyle/>
        <a:p>
          <a:r>
            <a:rPr lang="en-US"/>
            <a:t>- Connect backend to PostgreSQL (Docker)</a:t>
          </a:r>
        </a:p>
      </dgm:t>
    </dgm:pt>
    <dgm:pt modelId="{987625BD-167C-46D9-9881-5978E39ABF3D}" type="parTrans" cxnId="{B185728B-79CB-428B-A6A4-DB3531E53822}">
      <dgm:prSet/>
      <dgm:spPr/>
      <dgm:t>
        <a:bodyPr/>
        <a:lstStyle/>
        <a:p>
          <a:endParaRPr lang="en-US"/>
        </a:p>
      </dgm:t>
    </dgm:pt>
    <dgm:pt modelId="{6ED8E97D-D5F4-4026-8018-9A80F48045A1}" type="sibTrans" cxnId="{B185728B-79CB-428B-A6A4-DB3531E53822}">
      <dgm:prSet/>
      <dgm:spPr/>
      <dgm:t>
        <a:bodyPr/>
        <a:lstStyle/>
        <a:p>
          <a:endParaRPr lang="en-US"/>
        </a:p>
      </dgm:t>
    </dgm:pt>
    <dgm:pt modelId="{96229697-F409-406C-B208-4ED8173DBB0B}">
      <dgm:prSet/>
      <dgm:spPr/>
      <dgm:t>
        <a:bodyPr/>
        <a:lstStyle/>
        <a:p>
          <a:r>
            <a:rPr lang="en-US"/>
            <a:t>- Implement secure user authentication</a:t>
          </a:r>
        </a:p>
      </dgm:t>
    </dgm:pt>
    <dgm:pt modelId="{F18D48AF-EDC4-4A8C-B378-8F71FAAF699E}" type="parTrans" cxnId="{C6AC8A76-7707-45F9-9FA2-6F176C1D7A1F}">
      <dgm:prSet/>
      <dgm:spPr/>
      <dgm:t>
        <a:bodyPr/>
        <a:lstStyle/>
        <a:p>
          <a:endParaRPr lang="en-US"/>
        </a:p>
      </dgm:t>
    </dgm:pt>
    <dgm:pt modelId="{C1A23F60-0C6D-4B34-A86E-DB8366EC0DA7}" type="sibTrans" cxnId="{C6AC8A76-7707-45F9-9FA2-6F176C1D7A1F}">
      <dgm:prSet/>
      <dgm:spPr/>
      <dgm:t>
        <a:bodyPr/>
        <a:lstStyle/>
        <a:p>
          <a:endParaRPr lang="en-US"/>
        </a:p>
      </dgm:t>
    </dgm:pt>
    <dgm:pt modelId="{93BBEFAC-C1D1-451D-A83C-F762F6CF7010}">
      <dgm:prSet/>
      <dgm:spPr/>
      <dgm:t>
        <a:bodyPr/>
        <a:lstStyle/>
        <a:p>
          <a:r>
            <a:rPr lang="en-US"/>
            <a:t>- Store assessment results</a:t>
          </a:r>
        </a:p>
      </dgm:t>
    </dgm:pt>
    <dgm:pt modelId="{A123B6AC-43CC-4D3B-AA89-4F088C328E86}" type="parTrans" cxnId="{30CC36BF-734B-4AE8-B0B5-1322B49188FC}">
      <dgm:prSet/>
      <dgm:spPr/>
      <dgm:t>
        <a:bodyPr/>
        <a:lstStyle/>
        <a:p>
          <a:endParaRPr lang="en-US"/>
        </a:p>
      </dgm:t>
    </dgm:pt>
    <dgm:pt modelId="{4823A9A1-21DA-499B-883D-E21DB9A9E10F}" type="sibTrans" cxnId="{30CC36BF-734B-4AE8-B0B5-1322B49188FC}">
      <dgm:prSet/>
      <dgm:spPr/>
      <dgm:t>
        <a:bodyPr/>
        <a:lstStyle/>
        <a:p>
          <a:endParaRPr lang="en-US"/>
        </a:p>
      </dgm:t>
    </dgm:pt>
    <dgm:pt modelId="{8A1E23EB-687C-4166-AF39-5941F21D196A}" type="pres">
      <dgm:prSet presAssocID="{BD28FC3B-1396-4B05-8C87-239665CF772B}" presName="root" presStyleCnt="0">
        <dgm:presLayoutVars>
          <dgm:dir/>
          <dgm:resizeHandles val="exact"/>
        </dgm:presLayoutVars>
      </dgm:prSet>
      <dgm:spPr/>
    </dgm:pt>
    <dgm:pt modelId="{3DE24DBD-0CBB-491D-BC2D-472729E95BED}" type="pres">
      <dgm:prSet presAssocID="{CE8544E1-8506-4916-9054-F44438A9CDFA}" presName="compNode" presStyleCnt="0"/>
      <dgm:spPr/>
    </dgm:pt>
    <dgm:pt modelId="{9279F5A9-E9F5-449D-8EFD-73C300749714}" type="pres">
      <dgm:prSet presAssocID="{CE8544E1-8506-4916-9054-F44438A9CDFA}" presName="bgRect" presStyleLbl="bgShp" presStyleIdx="0" presStyleCnt="5"/>
      <dgm:spPr/>
    </dgm:pt>
    <dgm:pt modelId="{A4CBF853-B600-49AE-82B8-9F917614AA33}" type="pres">
      <dgm:prSet presAssocID="{CE8544E1-8506-4916-9054-F44438A9CDF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348925F-9FC6-4360-A15F-1D035C683DE9}" type="pres">
      <dgm:prSet presAssocID="{CE8544E1-8506-4916-9054-F44438A9CDFA}" presName="spaceRect" presStyleCnt="0"/>
      <dgm:spPr/>
    </dgm:pt>
    <dgm:pt modelId="{8774562F-3735-4FE8-B9A9-3A0CE14B2A72}" type="pres">
      <dgm:prSet presAssocID="{CE8544E1-8506-4916-9054-F44438A9CDFA}" presName="parTx" presStyleLbl="revTx" presStyleIdx="0" presStyleCnt="5">
        <dgm:presLayoutVars>
          <dgm:chMax val="0"/>
          <dgm:chPref val="0"/>
        </dgm:presLayoutVars>
      </dgm:prSet>
      <dgm:spPr/>
    </dgm:pt>
    <dgm:pt modelId="{46E48277-6BA1-465F-ADE6-EEBA95DAE698}" type="pres">
      <dgm:prSet presAssocID="{4E934452-7732-4398-803D-998C581D833B}" presName="sibTrans" presStyleCnt="0"/>
      <dgm:spPr/>
    </dgm:pt>
    <dgm:pt modelId="{FFFC1A50-8477-4771-B2DB-629D1F7D0794}" type="pres">
      <dgm:prSet presAssocID="{1205E090-6B92-4895-A477-08C00E60C88E}" presName="compNode" presStyleCnt="0"/>
      <dgm:spPr/>
    </dgm:pt>
    <dgm:pt modelId="{9F5704D9-2443-4D88-9851-FFBA8F7CD2DB}" type="pres">
      <dgm:prSet presAssocID="{1205E090-6B92-4895-A477-08C00E60C88E}" presName="bgRect" presStyleLbl="bgShp" presStyleIdx="1" presStyleCnt="5"/>
      <dgm:spPr/>
    </dgm:pt>
    <dgm:pt modelId="{6D9BA17C-36FD-4E3E-922C-A6BE60BA3D5D}" type="pres">
      <dgm:prSet presAssocID="{1205E090-6B92-4895-A477-08C00E60C8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5E3D102-613C-4BD5-AA1C-1E9CDE32275A}" type="pres">
      <dgm:prSet presAssocID="{1205E090-6B92-4895-A477-08C00E60C88E}" presName="spaceRect" presStyleCnt="0"/>
      <dgm:spPr/>
    </dgm:pt>
    <dgm:pt modelId="{76678905-4FAF-4F49-B9EC-36E8A7C14318}" type="pres">
      <dgm:prSet presAssocID="{1205E090-6B92-4895-A477-08C00E60C88E}" presName="parTx" presStyleLbl="revTx" presStyleIdx="1" presStyleCnt="5">
        <dgm:presLayoutVars>
          <dgm:chMax val="0"/>
          <dgm:chPref val="0"/>
        </dgm:presLayoutVars>
      </dgm:prSet>
      <dgm:spPr/>
    </dgm:pt>
    <dgm:pt modelId="{2F7EBAAC-9688-4BF7-B1D0-FFB6DBB0EC05}" type="pres">
      <dgm:prSet presAssocID="{E85BF820-F60D-4374-873C-FFC184F84F4E}" presName="sibTrans" presStyleCnt="0"/>
      <dgm:spPr/>
    </dgm:pt>
    <dgm:pt modelId="{4A16A819-973F-45F6-A752-3CDC40739F72}" type="pres">
      <dgm:prSet presAssocID="{90633B21-000A-489D-817A-A065897BD91D}" presName="compNode" presStyleCnt="0"/>
      <dgm:spPr/>
    </dgm:pt>
    <dgm:pt modelId="{D01035C3-BC2E-4C03-B070-B21C8DC19C0A}" type="pres">
      <dgm:prSet presAssocID="{90633B21-000A-489D-817A-A065897BD91D}" presName="bgRect" presStyleLbl="bgShp" presStyleIdx="2" presStyleCnt="5"/>
      <dgm:spPr/>
    </dgm:pt>
    <dgm:pt modelId="{EC65F687-D178-4513-AE27-24C2923899A6}" type="pres">
      <dgm:prSet presAssocID="{90633B21-000A-489D-817A-A065897BD91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DFD2BC7-F72A-4C0E-9D74-093B981D8D69}" type="pres">
      <dgm:prSet presAssocID="{90633B21-000A-489D-817A-A065897BD91D}" presName="spaceRect" presStyleCnt="0"/>
      <dgm:spPr/>
    </dgm:pt>
    <dgm:pt modelId="{F3272569-E0F0-40CE-A765-404EFBBD69E6}" type="pres">
      <dgm:prSet presAssocID="{90633B21-000A-489D-817A-A065897BD91D}" presName="parTx" presStyleLbl="revTx" presStyleIdx="2" presStyleCnt="5">
        <dgm:presLayoutVars>
          <dgm:chMax val="0"/>
          <dgm:chPref val="0"/>
        </dgm:presLayoutVars>
      </dgm:prSet>
      <dgm:spPr/>
    </dgm:pt>
    <dgm:pt modelId="{045380DA-6AE9-4F02-B163-EDBD106ABB20}" type="pres">
      <dgm:prSet presAssocID="{6ED8E97D-D5F4-4026-8018-9A80F48045A1}" presName="sibTrans" presStyleCnt="0"/>
      <dgm:spPr/>
    </dgm:pt>
    <dgm:pt modelId="{A761AA53-7A74-402A-80AE-7B475DEEF303}" type="pres">
      <dgm:prSet presAssocID="{96229697-F409-406C-B208-4ED8173DBB0B}" presName="compNode" presStyleCnt="0"/>
      <dgm:spPr/>
    </dgm:pt>
    <dgm:pt modelId="{6007DD9D-B8DC-4D67-ADED-5B7932BF61FF}" type="pres">
      <dgm:prSet presAssocID="{96229697-F409-406C-B208-4ED8173DBB0B}" presName="bgRect" presStyleLbl="bgShp" presStyleIdx="3" presStyleCnt="5"/>
      <dgm:spPr/>
    </dgm:pt>
    <dgm:pt modelId="{AD511E2F-8556-4F26-9B28-C16BF4A97126}" type="pres">
      <dgm:prSet presAssocID="{96229697-F409-406C-B208-4ED8173DBB0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5FBD2B7-BE0F-4346-ACD2-B11A2C00E2AF}" type="pres">
      <dgm:prSet presAssocID="{96229697-F409-406C-B208-4ED8173DBB0B}" presName="spaceRect" presStyleCnt="0"/>
      <dgm:spPr/>
    </dgm:pt>
    <dgm:pt modelId="{6DAF8E1E-358B-440D-AA76-1EBBA2FBC9B1}" type="pres">
      <dgm:prSet presAssocID="{96229697-F409-406C-B208-4ED8173DBB0B}" presName="parTx" presStyleLbl="revTx" presStyleIdx="3" presStyleCnt="5">
        <dgm:presLayoutVars>
          <dgm:chMax val="0"/>
          <dgm:chPref val="0"/>
        </dgm:presLayoutVars>
      </dgm:prSet>
      <dgm:spPr/>
    </dgm:pt>
    <dgm:pt modelId="{18B4BFE9-FD05-444B-AA21-563AF616126C}" type="pres">
      <dgm:prSet presAssocID="{C1A23F60-0C6D-4B34-A86E-DB8366EC0DA7}" presName="sibTrans" presStyleCnt="0"/>
      <dgm:spPr/>
    </dgm:pt>
    <dgm:pt modelId="{37736F74-02E3-413F-8136-509DA38A6400}" type="pres">
      <dgm:prSet presAssocID="{93BBEFAC-C1D1-451D-A83C-F762F6CF7010}" presName="compNode" presStyleCnt="0"/>
      <dgm:spPr/>
    </dgm:pt>
    <dgm:pt modelId="{6BB627C8-AB81-43D6-A502-12BCEDFF1491}" type="pres">
      <dgm:prSet presAssocID="{93BBEFAC-C1D1-451D-A83C-F762F6CF7010}" presName="bgRect" presStyleLbl="bgShp" presStyleIdx="4" presStyleCnt="5"/>
      <dgm:spPr/>
    </dgm:pt>
    <dgm:pt modelId="{6D17CC08-EAB3-4FA9-AFB7-CB64723C4F9E}" type="pres">
      <dgm:prSet presAssocID="{93BBEFAC-C1D1-451D-A83C-F762F6CF701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12AF7E1-0359-4156-A8CE-C99455B23199}" type="pres">
      <dgm:prSet presAssocID="{93BBEFAC-C1D1-451D-A83C-F762F6CF7010}" presName="spaceRect" presStyleCnt="0"/>
      <dgm:spPr/>
    </dgm:pt>
    <dgm:pt modelId="{3B73B5A9-7F31-44A9-AD1D-9DEA998E02E7}" type="pres">
      <dgm:prSet presAssocID="{93BBEFAC-C1D1-451D-A83C-F762F6CF701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1728C04-4EE8-440B-A51E-619FE8E99595}" type="presOf" srcId="{93BBEFAC-C1D1-451D-A83C-F762F6CF7010}" destId="{3B73B5A9-7F31-44A9-AD1D-9DEA998E02E7}" srcOrd="0" destOrd="0" presId="urn:microsoft.com/office/officeart/2018/2/layout/IconVerticalSolidList"/>
    <dgm:cxn modelId="{E1DFF80A-31A0-43D9-9E98-2E507917D3B1}" type="presOf" srcId="{96229697-F409-406C-B208-4ED8173DBB0B}" destId="{6DAF8E1E-358B-440D-AA76-1EBBA2FBC9B1}" srcOrd="0" destOrd="0" presId="urn:microsoft.com/office/officeart/2018/2/layout/IconVerticalSolidList"/>
    <dgm:cxn modelId="{D339690D-A789-4184-AFDC-93F3508E1371}" type="presOf" srcId="{90633B21-000A-489D-817A-A065897BD91D}" destId="{F3272569-E0F0-40CE-A765-404EFBBD69E6}" srcOrd="0" destOrd="0" presId="urn:microsoft.com/office/officeart/2018/2/layout/IconVerticalSolidList"/>
    <dgm:cxn modelId="{4ADF2E62-105E-4F50-BB87-15FB5196E863}" srcId="{BD28FC3B-1396-4B05-8C87-239665CF772B}" destId="{1205E090-6B92-4895-A477-08C00E60C88E}" srcOrd="1" destOrd="0" parTransId="{54D691DC-5356-4E11-825D-55AB6C238392}" sibTransId="{E85BF820-F60D-4374-873C-FFC184F84F4E}"/>
    <dgm:cxn modelId="{9C6CBF69-242F-436A-9462-55D038440077}" type="presOf" srcId="{BD28FC3B-1396-4B05-8C87-239665CF772B}" destId="{8A1E23EB-687C-4166-AF39-5941F21D196A}" srcOrd="0" destOrd="0" presId="urn:microsoft.com/office/officeart/2018/2/layout/IconVerticalSolidList"/>
    <dgm:cxn modelId="{D5741471-8554-4725-BC85-9BEA1681EA95}" srcId="{BD28FC3B-1396-4B05-8C87-239665CF772B}" destId="{CE8544E1-8506-4916-9054-F44438A9CDFA}" srcOrd="0" destOrd="0" parTransId="{AFED40D8-F6C9-4052-BF14-5C1A3F675559}" sibTransId="{4E934452-7732-4398-803D-998C581D833B}"/>
    <dgm:cxn modelId="{C6AC8A76-7707-45F9-9FA2-6F176C1D7A1F}" srcId="{BD28FC3B-1396-4B05-8C87-239665CF772B}" destId="{96229697-F409-406C-B208-4ED8173DBB0B}" srcOrd="3" destOrd="0" parTransId="{F18D48AF-EDC4-4A8C-B378-8F71FAAF699E}" sibTransId="{C1A23F60-0C6D-4B34-A86E-DB8366EC0DA7}"/>
    <dgm:cxn modelId="{33796C7E-2721-46FC-8982-3E76CFC37CE8}" type="presOf" srcId="{1205E090-6B92-4895-A477-08C00E60C88E}" destId="{76678905-4FAF-4F49-B9EC-36E8A7C14318}" srcOrd="0" destOrd="0" presId="urn:microsoft.com/office/officeart/2018/2/layout/IconVerticalSolidList"/>
    <dgm:cxn modelId="{B185728B-79CB-428B-A6A4-DB3531E53822}" srcId="{BD28FC3B-1396-4B05-8C87-239665CF772B}" destId="{90633B21-000A-489D-817A-A065897BD91D}" srcOrd="2" destOrd="0" parTransId="{987625BD-167C-46D9-9881-5978E39ABF3D}" sibTransId="{6ED8E97D-D5F4-4026-8018-9A80F48045A1}"/>
    <dgm:cxn modelId="{48B2B39E-FBB3-4192-AF01-1E0E628AA835}" type="presOf" srcId="{CE8544E1-8506-4916-9054-F44438A9CDFA}" destId="{8774562F-3735-4FE8-B9A9-3A0CE14B2A72}" srcOrd="0" destOrd="0" presId="urn:microsoft.com/office/officeart/2018/2/layout/IconVerticalSolidList"/>
    <dgm:cxn modelId="{30CC36BF-734B-4AE8-B0B5-1322B49188FC}" srcId="{BD28FC3B-1396-4B05-8C87-239665CF772B}" destId="{93BBEFAC-C1D1-451D-A83C-F762F6CF7010}" srcOrd="4" destOrd="0" parTransId="{A123B6AC-43CC-4D3B-AA89-4F088C328E86}" sibTransId="{4823A9A1-21DA-499B-883D-E21DB9A9E10F}"/>
    <dgm:cxn modelId="{FEEFFDC9-5187-47F0-BB7D-6B46EAFEFC99}" type="presParOf" srcId="{8A1E23EB-687C-4166-AF39-5941F21D196A}" destId="{3DE24DBD-0CBB-491D-BC2D-472729E95BED}" srcOrd="0" destOrd="0" presId="urn:microsoft.com/office/officeart/2018/2/layout/IconVerticalSolidList"/>
    <dgm:cxn modelId="{4750F9D1-D264-48E8-9663-B7E2940A8C42}" type="presParOf" srcId="{3DE24DBD-0CBB-491D-BC2D-472729E95BED}" destId="{9279F5A9-E9F5-449D-8EFD-73C300749714}" srcOrd="0" destOrd="0" presId="urn:microsoft.com/office/officeart/2018/2/layout/IconVerticalSolidList"/>
    <dgm:cxn modelId="{B095B741-C2E1-417D-85A0-EE9D4B1077E3}" type="presParOf" srcId="{3DE24DBD-0CBB-491D-BC2D-472729E95BED}" destId="{A4CBF853-B600-49AE-82B8-9F917614AA33}" srcOrd="1" destOrd="0" presId="urn:microsoft.com/office/officeart/2018/2/layout/IconVerticalSolidList"/>
    <dgm:cxn modelId="{C766B9BB-4A62-4695-A109-EB5BD80E35A5}" type="presParOf" srcId="{3DE24DBD-0CBB-491D-BC2D-472729E95BED}" destId="{4348925F-9FC6-4360-A15F-1D035C683DE9}" srcOrd="2" destOrd="0" presId="urn:microsoft.com/office/officeart/2018/2/layout/IconVerticalSolidList"/>
    <dgm:cxn modelId="{1B8F35B4-7CBA-4973-8F81-E126A16694D6}" type="presParOf" srcId="{3DE24DBD-0CBB-491D-BC2D-472729E95BED}" destId="{8774562F-3735-4FE8-B9A9-3A0CE14B2A72}" srcOrd="3" destOrd="0" presId="urn:microsoft.com/office/officeart/2018/2/layout/IconVerticalSolidList"/>
    <dgm:cxn modelId="{C53126CD-BC5F-4F9C-9B06-D552A60049F8}" type="presParOf" srcId="{8A1E23EB-687C-4166-AF39-5941F21D196A}" destId="{46E48277-6BA1-465F-ADE6-EEBA95DAE698}" srcOrd="1" destOrd="0" presId="urn:microsoft.com/office/officeart/2018/2/layout/IconVerticalSolidList"/>
    <dgm:cxn modelId="{28DB06C4-9AE5-47BA-AFF7-B5EDA8B787A8}" type="presParOf" srcId="{8A1E23EB-687C-4166-AF39-5941F21D196A}" destId="{FFFC1A50-8477-4771-B2DB-629D1F7D0794}" srcOrd="2" destOrd="0" presId="urn:microsoft.com/office/officeart/2018/2/layout/IconVerticalSolidList"/>
    <dgm:cxn modelId="{697B5830-043F-478C-99FB-AB085B5370B5}" type="presParOf" srcId="{FFFC1A50-8477-4771-B2DB-629D1F7D0794}" destId="{9F5704D9-2443-4D88-9851-FFBA8F7CD2DB}" srcOrd="0" destOrd="0" presId="urn:microsoft.com/office/officeart/2018/2/layout/IconVerticalSolidList"/>
    <dgm:cxn modelId="{9B036D17-125F-4A0E-A960-A27AD5CF11F3}" type="presParOf" srcId="{FFFC1A50-8477-4771-B2DB-629D1F7D0794}" destId="{6D9BA17C-36FD-4E3E-922C-A6BE60BA3D5D}" srcOrd="1" destOrd="0" presId="urn:microsoft.com/office/officeart/2018/2/layout/IconVerticalSolidList"/>
    <dgm:cxn modelId="{9C02EFC6-F744-43BD-B456-482109BD7FE4}" type="presParOf" srcId="{FFFC1A50-8477-4771-B2DB-629D1F7D0794}" destId="{55E3D102-613C-4BD5-AA1C-1E9CDE32275A}" srcOrd="2" destOrd="0" presId="urn:microsoft.com/office/officeart/2018/2/layout/IconVerticalSolidList"/>
    <dgm:cxn modelId="{1278B90F-5BA3-47F4-A507-243D5FE6C6A7}" type="presParOf" srcId="{FFFC1A50-8477-4771-B2DB-629D1F7D0794}" destId="{76678905-4FAF-4F49-B9EC-36E8A7C14318}" srcOrd="3" destOrd="0" presId="urn:microsoft.com/office/officeart/2018/2/layout/IconVerticalSolidList"/>
    <dgm:cxn modelId="{75246CDE-AC89-46BE-8DBA-467504A9E2AC}" type="presParOf" srcId="{8A1E23EB-687C-4166-AF39-5941F21D196A}" destId="{2F7EBAAC-9688-4BF7-B1D0-FFB6DBB0EC05}" srcOrd="3" destOrd="0" presId="urn:microsoft.com/office/officeart/2018/2/layout/IconVerticalSolidList"/>
    <dgm:cxn modelId="{DE4DFA96-7612-40EE-9830-4D943A077EAF}" type="presParOf" srcId="{8A1E23EB-687C-4166-AF39-5941F21D196A}" destId="{4A16A819-973F-45F6-A752-3CDC40739F72}" srcOrd="4" destOrd="0" presId="urn:microsoft.com/office/officeart/2018/2/layout/IconVerticalSolidList"/>
    <dgm:cxn modelId="{4AC20636-8941-47AD-8E01-984916DAA28B}" type="presParOf" srcId="{4A16A819-973F-45F6-A752-3CDC40739F72}" destId="{D01035C3-BC2E-4C03-B070-B21C8DC19C0A}" srcOrd="0" destOrd="0" presId="urn:microsoft.com/office/officeart/2018/2/layout/IconVerticalSolidList"/>
    <dgm:cxn modelId="{69330C6D-DCF0-43F3-9FB1-1A685846367D}" type="presParOf" srcId="{4A16A819-973F-45F6-A752-3CDC40739F72}" destId="{EC65F687-D178-4513-AE27-24C2923899A6}" srcOrd="1" destOrd="0" presId="urn:microsoft.com/office/officeart/2018/2/layout/IconVerticalSolidList"/>
    <dgm:cxn modelId="{9539317B-A876-4888-A978-13B424D18AF9}" type="presParOf" srcId="{4A16A819-973F-45F6-A752-3CDC40739F72}" destId="{0DFD2BC7-F72A-4C0E-9D74-093B981D8D69}" srcOrd="2" destOrd="0" presId="urn:microsoft.com/office/officeart/2018/2/layout/IconVerticalSolidList"/>
    <dgm:cxn modelId="{01F218DE-E0AC-4B7D-9E43-A4A2E76D694A}" type="presParOf" srcId="{4A16A819-973F-45F6-A752-3CDC40739F72}" destId="{F3272569-E0F0-40CE-A765-404EFBBD69E6}" srcOrd="3" destOrd="0" presId="urn:microsoft.com/office/officeart/2018/2/layout/IconVerticalSolidList"/>
    <dgm:cxn modelId="{B075AD4F-0857-4E02-B6A4-276EBE7DA520}" type="presParOf" srcId="{8A1E23EB-687C-4166-AF39-5941F21D196A}" destId="{045380DA-6AE9-4F02-B163-EDBD106ABB20}" srcOrd="5" destOrd="0" presId="urn:microsoft.com/office/officeart/2018/2/layout/IconVerticalSolidList"/>
    <dgm:cxn modelId="{A7D3851D-05AF-445F-B515-E91833AE91F9}" type="presParOf" srcId="{8A1E23EB-687C-4166-AF39-5941F21D196A}" destId="{A761AA53-7A74-402A-80AE-7B475DEEF303}" srcOrd="6" destOrd="0" presId="urn:microsoft.com/office/officeart/2018/2/layout/IconVerticalSolidList"/>
    <dgm:cxn modelId="{4C863167-E115-442E-BDA7-17DC53E52ADE}" type="presParOf" srcId="{A761AA53-7A74-402A-80AE-7B475DEEF303}" destId="{6007DD9D-B8DC-4D67-ADED-5B7932BF61FF}" srcOrd="0" destOrd="0" presId="urn:microsoft.com/office/officeart/2018/2/layout/IconVerticalSolidList"/>
    <dgm:cxn modelId="{DE442B7B-111F-47BA-B0D0-9C0ED931BF2A}" type="presParOf" srcId="{A761AA53-7A74-402A-80AE-7B475DEEF303}" destId="{AD511E2F-8556-4F26-9B28-C16BF4A97126}" srcOrd="1" destOrd="0" presId="urn:microsoft.com/office/officeart/2018/2/layout/IconVerticalSolidList"/>
    <dgm:cxn modelId="{A0B80361-E8D3-4652-A2D9-AF57DCB057FC}" type="presParOf" srcId="{A761AA53-7A74-402A-80AE-7B475DEEF303}" destId="{C5FBD2B7-BE0F-4346-ACD2-B11A2C00E2AF}" srcOrd="2" destOrd="0" presId="urn:microsoft.com/office/officeart/2018/2/layout/IconVerticalSolidList"/>
    <dgm:cxn modelId="{5FE180CC-19C7-428B-93EC-ADB0EAB9465B}" type="presParOf" srcId="{A761AA53-7A74-402A-80AE-7B475DEEF303}" destId="{6DAF8E1E-358B-440D-AA76-1EBBA2FBC9B1}" srcOrd="3" destOrd="0" presId="urn:microsoft.com/office/officeart/2018/2/layout/IconVerticalSolidList"/>
    <dgm:cxn modelId="{30BD459A-D502-4744-B4F4-5179C6D761C1}" type="presParOf" srcId="{8A1E23EB-687C-4166-AF39-5941F21D196A}" destId="{18B4BFE9-FD05-444B-AA21-563AF616126C}" srcOrd="7" destOrd="0" presId="urn:microsoft.com/office/officeart/2018/2/layout/IconVerticalSolidList"/>
    <dgm:cxn modelId="{DD63AB98-5A46-46F3-987E-8DAAC6CFC5EE}" type="presParOf" srcId="{8A1E23EB-687C-4166-AF39-5941F21D196A}" destId="{37736F74-02E3-413F-8136-509DA38A6400}" srcOrd="8" destOrd="0" presId="urn:microsoft.com/office/officeart/2018/2/layout/IconVerticalSolidList"/>
    <dgm:cxn modelId="{E978549D-A3CD-462F-84C7-88AC574B3AC3}" type="presParOf" srcId="{37736F74-02E3-413F-8136-509DA38A6400}" destId="{6BB627C8-AB81-43D6-A502-12BCEDFF1491}" srcOrd="0" destOrd="0" presId="urn:microsoft.com/office/officeart/2018/2/layout/IconVerticalSolidList"/>
    <dgm:cxn modelId="{A92A3833-6D75-4272-8DBB-2ADD8A083CE0}" type="presParOf" srcId="{37736F74-02E3-413F-8136-509DA38A6400}" destId="{6D17CC08-EAB3-4FA9-AFB7-CB64723C4F9E}" srcOrd="1" destOrd="0" presId="urn:microsoft.com/office/officeart/2018/2/layout/IconVerticalSolidList"/>
    <dgm:cxn modelId="{A80A9D73-1A34-45DC-A334-D5CFB364070E}" type="presParOf" srcId="{37736F74-02E3-413F-8136-509DA38A6400}" destId="{712AF7E1-0359-4156-A8CE-C99455B23199}" srcOrd="2" destOrd="0" presId="urn:microsoft.com/office/officeart/2018/2/layout/IconVerticalSolidList"/>
    <dgm:cxn modelId="{2883DA0E-3B8B-42CB-B077-8BA8B4BA091F}" type="presParOf" srcId="{37736F74-02E3-413F-8136-509DA38A6400}" destId="{3B73B5A9-7F31-44A9-AD1D-9DEA998E02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1D7C44-24F0-4E54-93EA-9D9037D7AA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C1CFAD-CA75-441F-92FB-0D4D9E255048}">
      <dgm:prSet/>
      <dgm:spPr/>
      <dgm:t>
        <a:bodyPr/>
        <a:lstStyle/>
        <a:p>
          <a:r>
            <a:rPr lang="en-US"/>
            <a:t>Frontend (HTML + JS) → FastAPI Backend → PostgreSQL Database (Docker)</a:t>
          </a:r>
        </a:p>
      </dgm:t>
    </dgm:pt>
    <dgm:pt modelId="{778C46B5-3773-4123-BF00-3173B2EB6ADC}" type="parTrans" cxnId="{0D1425EB-4357-4D88-A804-89CB319D6A26}">
      <dgm:prSet/>
      <dgm:spPr/>
      <dgm:t>
        <a:bodyPr/>
        <a:lstStyle/>
        <a:p>
          <a:endParaRPr lang="en-US"/>
        </a:p>
      </dgm:t>
    </dgm:pt>
    <dgm:pt modelId="{E7B74B84-B2E1-4F64-A6A0-AE3CAC31361F}" type="sibTrans" cxnId="{0D1425EB-4357-4D88-A804-89CB319D6A26}">
      <dgm:prSet/>
      <dgm:spPr/>
      <dgm:t>
        <a:bodyPr/>
        <a:lstStyle/>
        <a:p>
          <a:endParaRPr lang="en-US"/>
        </a:p>
      </dgm:t>
    </dgm:pt>
    <dgm:pt modelId="{B02EB2F8-909A-4166-B1B7-659DDA76957F}">
      <dgm:prSet/>
      <dgm:spPr/>
      <dgm:t>
        <a:bodyPr/>
        <a:lstStyle/>
        <a:p>
          <a:r>
            <a:rPr lang="en-US"/>
            <a:t>Key principle:</a:t>
          </a:r>
        </a:p>
      </dgm:t>
    </dgm:pt>
    <dgm:pt modelId="{C9C1CE02-380E-4EE4-977F-DBFADFE35184}" type="parTrans" cxnId="{422B5F9A-9BB5-4D16-98EB-E6F642CB2C04}">
      <dgm:prSet/>
      <dgm:spPr/>
      <dgm:t>
        <a:bodyPr/>
        <a:lstStyle/>
        <a:p>
          <a:endParaRPr lang="en-US"/>
        </a:p>
      </dgm:t>
    </dgm:pt>
    <dgm:pt modelId="{0FC63A22-21F9-45C1-BBD2-DDD3BF5A1398}" type="sibTrans" cxnId="{422B5F9A-9BB5-4D16-98EB-E6F642CB2C04}">
      <dgm:prSet/>
      <dgm:spPr/>
      <dgm:t>
        <a:bodyPr/>
        <a:lstStyle/>
        <a:p>
          <a:endParaRPr lang="en-US"/>
        </a:p>
      </dgm:t>
    </dgm:pt>
    <dgm:pt modelId="{E027E606-8576-44D3-9030-78619E98CF8E}">
      <dgm:prSet/>
      <dgm:spPr/>
      <dgm:t>
        <a:bodyPr/>
        <a:lstStyle/>
        <a:p>
          <a:r>
            <a:rPr lang="en-US"/>
            <a:t>- Browser cannot directly access database</a:t>
          </a:r>
        </a:p>
      </dgm:t>
    </dgm:pt>
    <dgm:pt modelId="{6DE86DD9-D155-435A-8B02-DED42DD17966}" type="parTrans" cxnId="{8F375C2B-D3A8-49C2-977F-414546184098}">
      <dgm:prSet/>
      <dgm:spPr/>
      <dgm:t>
        <a:bodyPr/>
        <a:lstStyle/>
        <a:p>
          <a:endParaRPr lang="en-US"/>
        </a:p>
      </dgm:t>
    </dgm:pt>
    <dgm:pt modelId="{CDEA629A-89D7-4B26-9B80-ED4A652DFD8F}" type="sibTrans" cxnId="{8F375C2B-D3A8-49C2-977F-414546184098}">
      <dgm:prSet/>
      <dgm:spPr/>
      <dgm:t>
        <a:bodyPr/>
        <a:lstStyle/>
        <a:p>
          <a:endParaRPr lang="en-US"/>
        </a:p>
      </dgm:t>
    </dgm:pt>
    <dgm:pt modelId="{168A682C-B83A-4EF6-9FDF-D35FD3095C33}">
      <dgm:prSet/>
      <dgm:spPr/>
      <dgm:t>
        <a:bodyPr/>
        <a:lstStyle/>
        <a:p>
          <a:r>
            <a:rPr lang="en-US"/>
            <a:t>- All communication flows through backend API</a:t>
          </a:r>
        </a:p>
      </dgm:t>
    </dgm:pt>
    <dgm:pt modelId="{F8A28C6A-BD40-4B64-84A7-5D3B74F28FA7}" type="parTrans" cxnId="{FEF374CE-26FC-4176-8DF9-7B99355815F6}">
      <dgm:prSet/>
      <dgm:spPr/>
      <dgm:t>
        <a:bodyPr/>
        <a:lstStyle/>
        <a:p>
          <a:endParaRPr lang="en-US"/>
        </a:p>
      </dgm:t>
    </dgm:pt>
    <dgm:pt modelId="{DD5C72ED-6FB7-4A1A-83ED-68896A824637}" type="sibTrans" cxnId="{FEF374CE-26FC-4176-8DF9-7B99355815F6}">
      <dgm:prSet/>
      <dgm:spPr/>
      <dgm:t>
        <a:bodyPr/>
        <a:lstStyle/>
        <a:p>
          <a:endParaRPr lang="en-US"/>
        </a:p>
      </dgm:t>
    </dgm:pt>
    <dgm:pt modelId="{F5A7F8B4-CCE4-4F37-AED1-CA15F5BBF5F3}" type="pres">
      <dgm:prSet presAssocID="{151D7C44-24F0-4E54-93EA-9D9037D7AA53}" presName="root" presStyleCnt="0">
        <dgm:presLayoutVars>
          <dgm:dir/>
          <dgm:resizeHandles val="exact"/>
        </dgm:presLayoutVars>
      </dgm:prSet>
      <dgm:spPr/>
    </dgm:pt>
    <dgm:pt modelId="{2A07778B-4EE4-40AA-AC01-86C6CDFA0454}" type="pres">
      <dgm:prSet presAssocID="{EEC1CFAD-CA75-441F-92FB-0D4D9E255048}" presName="compNode" presStyleCnt="0"/>
      <dgm:spPr/>
    </dgm:pt>
    <dgm:pt modelId="{D3B6C04E-1472-4DC1-9FF6-0A8E71A6ABDD}" type="pres">
      <dgm:prSet presAssocID="{EEC1CFAD-CA75-441F-92FB-0D4D9E255048}" presName="bgRect" presStyleLbl="bgShp" presStyleIdx="0" presStyleCnt="4"/>
      <dgm:spPr/>
    </dgm:pt>
    <dgm:pt modelId="{9471A307-9DA6-4804-8859-C1525152350E}" type="pres">
      <dgm:prSet presAssocID="{EEC1CFAD-CA75-441F-92FB-0D4D9E2550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73FEF86-01AA-4F29-822D-7FE086850A07}" type="pres">
      <dgm:prSet presAssocID="{EEC1CFAD-CA75-441F-92FB-0D4D9E255048}" presName="spaceRect" presStyleCnt="0"/>
      <dgm:spPr/>
    </dgm:pt>
    <dgm:pt modelId="{B0B8CF0F-C4A7-4813-9E9B-52C4DA644C15}" type="pres">
      <dgm:prSet presAssocID="{EEC1CFAD-CA75-441F-92FB-0D4D9E255048}" presName="parTx" presStyleLbl="revTx" presStyleIdx="0" presStyleCnt="4">
        <dgm:presLayoutVars>
          <dgm:chMax val="0"/>
          <dgm:chPref val="0"/>
        </dgm:presLayoutVars>
      </dgm:prSet>
      <dgm:spPr/>
    </dgm:pt>
    <dgm:pt modelId="{166D1D43-02D1-4BFB-8630-CDCB118B25F9}" type="pres">
      <dgm:prSet presAssocID="{E7B74B84-B2E1-4F64-A6A0-AE3CAC31361F}" presName="sibTrans" presStyleCnt="0"/>
      <dgm:spPr/>
    </dgm:pt>
    <dgm:pt modelId="{899C663B-EF29-499A-8215-277B6073C9D1}" type="pres">
      <dgm:prSet presAssocID="{B02EB2F8-909A-4166-B1B7-659DDA76957F}" presName="compNode" presStyleCnt="0"/>
      <dgm:spPr/>
    </dgm:pt>
    <dgm:pt modelId="{8275E663-48F6-4794-9200-769AE0BE0867}" type="pres">
      <dgm:prSet presAssocID="{B02EB2F8-909A-4166-B1B7-659DDA76957F}" presName="bgRect" presStyleLbl="bgShp" presStyleIdx="1" presStyleCnt="4"/>
      <dgm:spPr/>
    </dgm:pt>
    <dgm:pt modelId="{8D686FD3-1BE7-41E9-8164-9C92B43B5672}" type="pres">
      <dgm:prSet presAssocID="{B02EB2F8-909A-4166-B1B7-659DDA7695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404DBD8-CE61-4140-9077-CF45F6872E3A}" type="pres">
      <dgm:prSet presAssocID="{B02EB2F8-909A-4166-B1B7-659DDA76957F}" presName="spaceRect" presStyleCnt="0"/>
      <dgm:spPr/>
    </dgm:pt>
    <dgm:pt modelId="{C57DC5A8-9246-4082-B263-79C8237336B0}" type="pres">
      <dgm:prSet presAssocID="{B02EB2F8-909A-4166-B1B7-659DDA76957F}" presName="parTx" presStyleLbl="revTx" presStyleIdx="1" presStyleCnt="4">
        <dgm:presLayoutVars>
          <dgm:chMax val="0"/>
          <dgm:chPref val="0"/>
        </dgm:presLayoutVars>
      </dgm:prSet>
      <dgm:spPr/>
    </dgm:pt>
    <dgm:pt modelId="{44EE4C7E-6E4D-4A25-BC72-30E0AA0AAF7D}" type="pres">
      <dgm:prSet presAssocID="{0FC63A22-21F9-45C1-BBD2-DDD3BF5A1398}" presName="sibTrans" presStyleCnt="0"/>
      <dgm:spPr/>
    </dgm:pt>
    <dgm:pt modelId="{12AF1719-83CC-46CA-BAA2-8EEF0373A4A0}" type="pres">
      <dgm:prSet presAssocID="{E027E606-8576-44D3-9030-78619E98CF8E}" presName="compNode" presStyleCnt="0"/>
      <dgm:spPr/>
    </dgm:pt>
    <dgm:pt modelId="{D8B5E897-295D-4BFF-B1AF-AA730B01B52D}" type="pres">
      <dgm:prSet presAssocID="{E027E606-8576-44D3-9030-78619E98CF8E}" presName="bgRect" presStyleLbl="bgShp" presStyleIdx="2" presStyleCnt="4"/>
      <dgm:spPr/>
    </dgm:pt>
    <dgm:pt modelId="{521D5A8D-2E6C-4F56-A6EF-015ECA22CF4A}" type="pres">
      <dgm:prSet presAssocID="{E027E606-8576-44D3-9030-78619E98CF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39863B-3730-43F2-9270-516AFF9CDD04}" type="pres">
      <dgm:prSet presAssocID="{E027E606-8576-44D3-9030-78619E98CF8E}" presName="spaceRect" presStyleCnt="0"/>
      <dgm:spPr/>
    </dgm:pt>
    <dgm:pt modelId="{DD029BF4-1D00-49CD-9C03-5C29C256A5F6}" type="pres">
      <dgm:prSet presAssocID="{E027E606-8576-44D3-9030-78619E98CF8E}" presName="parTx" presStyleLbl="revTx" presStyleIdx="2" presStyleCnt="4">
        <dgm:presLayoutVars>
          <dgm:chMax val="0"/>
          <dgm:chPref val="0"/>
        </dgm:presLayoutVars>
      </dgm:prSet>
      <dgm:spPr/>
    </dgm:pt>
    <dgm:pt modelId="{7CDFED58-27FF-4160-8B16-F1D6712BE7B5}" type="pres">
      <dgm:prSet presAssocID="{CDEA629A-89D7-4B26-9B80-ED4A652DFD8F}" presName="sibTrans" presStyleCnt="0"/>
      <dgm:spPr/>
    </dgm:pt>
    <dgm:pt modelId="{DEE342A9-61FE-41C5-A8A1-4B6863E19439}" type="pres">
      <dgm:prSet presAssocID="{168A682C-B83A-4EF6-9FDF-D35FD3095C33}" presName="compNode" presStyleCnt="0"/>
      <dgm:spPr/>
    </dgm:pt>
    <dgm:pt modelId="{24EBEDAA-8956-4422-A3F6-4361A96A421E}" type="pres">
      <dgm:prSet presAssocID="{168A682C-B83A-4EF6-9FDF-D35FD3095C33}" presName="bgRect" presStyleLbl="bgShp" presStyleIdx="3" presStyleCnt="4"/>
      <dgm:spPr/>
    </dgm:pt>
    <dgm:pt modelId="{771564F4-7FE0-497B-8C1B-15D991935459}" type="pres">
      <dgm:prSet presAssocID="{168A682C-B83A-4EF6-9FDF-D35FD3095C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83CDE83-ECA1-45A2-8D71-815F173AB8EA}" type="pres">
      <dgm:prSet presAssocID="{168A682C-B83A-4EF6-9FDF-D35FD3095C33}" presName="spaceRect" presStyleCnt="0"/>
      <dgm:spPr/>
    </dgm:pt>
    <dgm:pt modelId="{DA8FE4CD-8C73-4D7F-AB1B-A8C7A675D7D0}" type="pres">
      <dgm:prSet presAssocID="{168A682C-B83A-4EF6-9FDF-D35FD3095C3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375C2B-D3A8-49C2-977F-414546184098}" srcId="{151D7C44-24F0-4E54-93EA-9D9037D7AA53}" destId="{E027E606-8576-44D3-9030-78619E98CF8E}" srcOrd="2" destOrd="0" parTransId="{6DE86DD9-D155-435A-8B02-DED42DD17966}" sibTransId="{CDEA629A-89D7-4B26-9B80-ED4A652DFD8F}"/>
    <dgm:cxn modelId="{5B2A2179-106F-45FF-B147-452698093321}" type="presOf" srcId="{168A682C-B83A-4EF6-9FDF-D35FD3095C33}" destId="{DA8FE4CD-8C73-4D7F-AB1B-A8C7A675D7D0}" srcOrd="0" destOrd="0" presId="urn:microsoft.com/office/officeart/2018/2/layout/IconVerticalSolidList"/>
    <dgm:cxn modelId="{C044957F-89AA-4F30-960B-0E55086B474F}" type="presOf" srcId="{E027E606-8576-44D3-9030-78619E98CF8E}" destId="{DD029BF4-1D00-49CD-9C03-5C29C256A5F6}" srcOrd="0" destOrd="0" presId="urn:microsoft.com/office/officeart/2018/2/layout/IconVerticalSolidList"/>
    <dgm:cxn modelId="{81E8AB94-D21E-473E-BE19-F5BB87258420}" type="presOf" srcId="{151D7C44-24F0-4E54-93EA-9D9037D7AA53}" destId="{F5A7F8B4-CCE4-4F37-AED1-CA15F5BBF5F3}" srcOrd="0" destOrd="0" presId="urn:microsoft.com/office/officeart/2018/2/layout/IconVerticalSolidList"/>
    <dgm:cxn modelId="{422B5F9A-9BB5-4D16-98EB-E6F642CB2C04}" srcId="{151D7C44-24F0-4E54-93EA-9D9037D7AA53}" destId="{B02EB2F8-909A-4166-B1B7-659DDA76957F}" srcOrd="1" destOrd="0" parTransId="{C9C1CE02-380E-4EE4-977F-DBFADFE35184}" sibTransId="{0FC63A22-21F9-45C1-BBD2-DDD3BF5A1398}"/>
    <dgm:cxn modelId="{FEF374CE-26FC-4176-8DF9-7B99355815F6}" srcId="{151D7C44-24F0-4E54-93EA-9D9037D7AA53}" destId="{168A682C-B83A-4EF6-9FDF-D35FD3095C33}" srcOrd="3" destOrd="0" parTransId="{F8A28C6A-BD40-4B64-84A7-5D3B74F28FA7}" sibTransId="{DD5C72ED-6FB7-4A1A-83ED-68896A824637}"/>
    <dgm:cxn modelId="{9B3764D9-8CE0-4658-92E5-38EB92954284}" type="presOf" srcId="{B02EB2F8-909A-4166-B1B7-659DDA76957F}" destId="{C57DC5A8-9246-4082-B263-79C8237336B0}" srcOrd="0" destOrd="0" presId="urn:microsoft.com/office/officeart/2018/2/layout/IconVerticalSolidList"/>
    <dgm:cxn modelId="{E83724DF-1E24-46DE-A45C-E699CF7A4724}" type="presOf" srcId="{EEC1CFAD-CA75-441F-92FB-0D4D9E255048}" destId="{B0B8CF0F-C4A7-4813-9E9B-52C4DA644C15}" srcOrd="0" destOrd="0" presId="urn:microsoft.com/office/officeart/2018/2/layout/IconVerticalSolidList"/>
    <dgm:cxn modelId="{0D1425EB-4357-4D88-A804-89CB319D6A26}" srcId="{151D7C44-24F0-4E54-93EA-9D9037D7AA53}" destId="{EEC1CFAD-CA75-441F-92FB-0D4D9E255048}" srcOrd="0" destOrd="0" parTransId="{778C46B5-3773-4123-BF00-3173B2EB6ADC}" sibTransId="{E7B74B84-B2E1-4F64-A6A0-AE3CAC31361F}"/>
    <dgm:cxn modelId="{0BB7F89A-070B-435A-A535-97491F0ED956}" type="presParOf" srcId="{F5A7F8B4-CCE4-4F37-AED1-CA15F5BBF5F3}" destId="{2A07778B-4EE4-40AA-AC01-86C6CDFA0454}" srcOrd="0" destOrd="0" presId="urn:microsoft.com/office/officeart/2018/2/layout/IconVerticalSolidList"/>
    <dgm:cxn modelId="{F046DC51-5573-4371-9FDA-79C078CF8EFA}" type="presParOf" srcId="{2A07778B-4EE4-40AA-AC01-86C6CDFA0454}" destId="{D3B6C04E-1472-4DC1-9FF6-0A8E71A6ABDD}" srcOrd="0" destOrd="0" presId="urn:microsoft.com/office/officeart/2018/2/layout/IconVerticalSolidList"/>
    <dgm:cxn modelId="{71563FEE-E6D6-4D43-8AF8-1CA5562F1080}" type="presParOf" srcId="{2A07778B-4EE4-40AA-AC01-86C6CDFA0454}" destId="{9471A307-9DA6-4804-8859-C1525152350E}" srcOrd="1" destOrd="0" presId="urn:microsoft.com/office/officeart/2018/2/layout/IconVerticalSolidList"/>
    <dgm:cxn modelId="{CBE31EFB-F7A6-409E-B00F-ED01D3A7E737}" type="presParOf" srcId="{2A07778B-4EE4-40AA-AC01-86C6CDFA0454}" destId="{073FEF86-01AA-4F29-822D-7FE086850A07}" srcOrd="2" destOrd="0" presId="urn:microsoft.com/office/officeart/2018/2/layout/IconVerticalSolidList"/>
    <dgm:cxn modelId="{B0DC20B9-2039-473F-8317-B4E9FD36E9C8}" type="presParOf" srcId="{2A07778B-4EE4-40AA-AC01-86C6CDFA0454}" destId="{B0B8CF0F-C4A7-4813-9E9B-52C4DA644C15}" srcOrd="3" destOrd="0" presId="urn:microsoft.com/office/officeart/2018/2/layout/IconVerticalSolidList"/>
    <dgm:cxn modelId="{7A66266D-67FB-41DE-9F09-0C2DF768B2E8}" type="presParOf" srcId="{F5A7F8B4-CCE4-4F37-AED1-CA15F5BBF5F3}" destId="{166D1D43-02D1-4BFB-8630-CDCB118B25F9}" srcOrd="1" destOrd="0" presId="urn:microsoft.com/office/officeart/2018/2/layout/IconVerticalSolidList"/>
    <dgm:cxn modelId="{49E21A80-2F09-4823-B98B-2646B295FBCE}" type="presParOf" srcId="{F5A7F8B4-CCE4-4F37-AED1-CA15F5BBF5F3}" destId="{899C663B-EF29-499A-8215-277B6073C9D1}" srcOrd="2" destOrd="0" presId="urn:microsoft.com/office/officeart/2018/2/layout/IconVerticalSolidList"/>
    <dgm:cxn modelId="{1300A319-FA94-4C7A-828C-9EDE18193FF3}" type="presParOf" srcId="{899C663B-EF29-499A-8215-277B6073C9D1}" destId="{8275E663-48F6-4794-9200-769AE0BE0867}" srcOrd="0" destOrd="0" presId="urn:microsoft.com/office/officeart/2018/2/layout/IconVerticalSolidList"/>
    <dgm:cxn modelId="{C1D4FE1B-4771-489B-9CC6-2ED3AB355195}" type="presParOf" srcId="{899C663B-EF29-499A-8215-277B6073C9D1}" destId="{8D686FD3-1BE7-41E9-8164-9C92B43B5672}" srcOrd="1" destOrd="0" presId="urn:microsoft.com/office/officeart/2018/2/layout/IconVerticalSolidList"/>
    <dgm:cxn modelId="{FF5FEF64-4392-4916-89FE-003C154F667F}" type="presParOf" srcId="{899C663B-EF29-499A-8215-277B6073C9D1}" destId="{E404DBD8-CE61-4140-9077-CF45F6872E3A}" srcOrd="2" destOrd="0" presId="urn:microsoft.com/office/officeart/2018/2/layout/IconVerticalSolidList"/>
    <dgm:cxn modelId="{547E8A74-A8C4-4250-BA01-00B3CA7D8F04}" type="presParOf" srcId="{899C663B-EF29-499A-8215-277B6073C9D1}" destId="{C57DC5A8-9246-4082-B263-79C8237336B0}" srcOrd="3" destOrd="0" presId="urn:microsoft.com/office/officeart/2018/2/layout/IconVerticalSolidList"/>
    <dgm:cxn modelId="{7831A537-7EB9-48DB-A610-6C0914AB523C}" type="presParOf" srcId="{F5A7F8B4-CCE4-4F37-AED1-CA15F5BBF5F3}" destId="{44EE4C7E-6E4D-4A25-BC72-30E0AA0AAF7D}" srcOrd="3" destOrd="0" presId="urn:microsoft.com/office/officeart/2018/2/layout/IconVerticalSolidList"/>
    <dgm:cxn modelId="{CFD86D63-CA0A-4BFF-B928-497127DE0930}" type="presParOf" srcId="{F5A7F8B4-CCE4-4F37-AED1-CA15F5BBF5F3}" destId="{12AF1719-83CC-46CA-BAA2-8EEF0373A4A0}" srcOrd="4" destOrd="0" presId="urn:microsoft.com/office/officeart/2018/2/layout/IconVerticalSolidList"/>
    <dgm:cxn modelId="{441A51AC-60FE-48EA-8D29-8240546CE6F5}" type="presParOf" srcId="{12AF1719-83CC-46CA-BAA2-8EEF0373A4A0}" destId="{D8B5E897-295D-4BFF-B1AF-AA730B01B52D}" srcOrd="0" destOrd="0" presId="urn:microsoft.com/office/officeart/2018/2/layout/IconVerticalSolidList"/>
    <dgm:cxn modelId="{4CE68137-170D-43D1-B4C5-07BE3880E673}" type="presParOf" srcId="{12AF1719-83CC-46CA-BAA2-8EEF0373A4A0}" destId="{521D5A8D-2E6C-4F56-A6EF-015ECA22CF4A}" srcOrd="1" destOrd="0" presId="urn:microsoft.com/office/officeart/2018/2/layout/IconVerticalSolidList"/>
    <dgm:cxn modelId="{87B1CD89-1849-40AC-B363-00A0A4CD23CB}" type="presParOf" srcId="{12AF1719-83CC-46CA-BAA2-8EEF0373A4A0}" destId="{7A39863B-3730-43F2-9270-516AFF9CDD04}" srcOrd="2" destOrd="0" presId="urn:microsoft.com/office/officeart/2018/2/layout/IconVerticalSolidList"/>
    <dgm:cxn modelId="{DDB9A5DE-AE1B-428A-9478-D8B9D01BF263}" type="presParOf" srcId="{12AF1719-83CC-46CA-BAA2-8EEF0373A4A0}" destId="{DD029BF4-1D00-49CD-9C03-5C29C256A5F6}" srcOrd="3" destOrd="0" presId="urn:microsoft.com/office/officeart/2018/2/layout/IconVerticalSolidList"/>
    <dgm:cxn modelId="{C6B2F8E5-C84F-4298-B457-120B2C07D665}" type="presParOf" srcId="{F5A7F8B4-CCE4-4F37-AED1-CA15F5BBF5F3}" destId="{7CDFED58-27FF-4160-8B16-F1D6712BE7B5}" srcOrd="5" destOrd="0" presId="urn:microsoft.com/office/officeart/2018/2/layout/IconVerticalSolidList"/>
    <dgm:cxn modelId="{D69A1803-4D3E-4AA5-A068-C91A39E271B3}" type="presParOf" srcId="{F5A7F8B4-CCE4-4F37-AED1-CA15F5BBF5F3}" destId="{DEE342A9-61FE-41C5-A8A1-4B6863E19439}" srcOrd="6" destOrd="0" presId="urn:microsoft.com/office/officeart/2018/2/layout/IconVerticalSolidList"/>
    <dgm:cxn modelId="{E51A678C-8FBE-431A-B3B3-6D5031681197}" type="presParOf" srcId="{DEE342A9-61FE-41C5-A8A1-4B6863E19439}" destId="{24EBEDAA-8956-4422-A3F6-4361A96A421E}" srcOrd="0" destOrd="0" presId="urn:microsoft.com/office/officeart/2018/2/layout/IconVerticalSolidList"/>
    <dgm:cxn modelId="{E3DE21A5-F11F-4B32-A675-01B6D3735D36}" type="presParOf" srcId="{DEE342A9-61FE-41C5-A8A1-4B6863E19439}" destId="{771564F4-7FE0-497B-8C1B-15D991935459}" srcOrd="1" destOrd="0" presId="urn:microsoft.com/office/officeart/2018/2/layout/IconVerticalSolidList"/>
    <dgm:cxn modelId="{1C9D2BC6-BDA4-434E-A228-A863DDD1D6AA}" type="presParOf" srcId="{DEE342A9-61FE-41C5-A8A1-4B6863E19439}" destId="{B83CDE83-ECA1-45A2-8D71-815F173AB8EA}" srcOrd="2" destOrd="0" presId="urn:microsoft.com/office/officeart/2018/2/layout/IconVerticalSolidList"/>
    <dgm:cxn modelId="{D94E4B8F-B592-495E-9651-37873583654B}" type="presParOf" srcId="{DEE342A9-61FE-41C5-A8A1-4B6863E19439}" destId="{DA8FE4CD-8C73-4D7F-AB1B-A8C7A675D7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7281BA-E2D2-4865-882C-A080701452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6431BB-7D5E-4537-B087-F54F0006F9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Technologies: HTML, CSS, JavaScript, VS Code Live Server</a:t>
          </a:r>
        </a:p>
      </dgm:t>
    </dgm:pt>
    <dgm:pt modelId="{4D9E6CF9-2FE1-478D-82DA-72455062D90C}" type="parTrans" cxnId="{2E297F0B-944F-4052-85AA-3570B171B18D}">
      <dgm:prSet/>
      <dgm:spPr/>
      <dgm:t>
        <a:bodyPr/>
        <a:lstStyle/>
        <a:p>
          <a:endParaRPr lang="en-US"/>
        </a:p>
      </dgm:t>
    </dgm:pt>
    <dgm:pt modelId="{6899D189-19D5-497C-85AB-B3FAB98B8588}" type="sibTrans" cxnId="{2E297F0B-944F-4052-85AA-3570B171B18D}">
      <dgm:prSet/>
      <dgm:spPr/>
      <dgm:t>
        <a:bodyPr/>
        <a:lstStyle/>
        <a:p>
          <a:endParaRPr lang="en-US"/>
        </a:p>
      </dgm:t>
    </dgm:pt>
    <dgm:pt modelId="{03CFA941-F071-406E-9B3F-8A96F846C9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Pages:</a:t>
          </a:r>
        </a:p>
      </dgm:t>
    </dgm:pt>
    <dgm:pt modelId="{F232DDB2-3CD0-491A-BA6F-8EB96641261E}" type="parTrans" cxnId="{D64365C5-055F-4641-889E-69BBCB49D981}">
      <dgm:prSet/>
      <dgm:spPr/>
      <dgm:t>
        <a:bodyPr/>
        <a:lstStyle/>
        <a:p>
          <a:endParaRPr lang="en-US"/>
        </a:p>
      </dgm:t>
    </dgm:pt>
    <dgm:pt modelId="{45A3DDCF-0FB6-4134-BC70-7DAAFE265B39}" type="sibTrans" cxnId="{D64365C5-055F-4641-889E-69BBCB49D981}">
      <dgm:prSet/>
      <dgm:spPr/>
      <dgm:t>
        <a:bodyPr/>
        <a:lstStyle/>
        <a:p>
          <a:endParaRPr lang="en-US"/>
        </a:p>
      </dgm:t>
    </dgm:pt>
    <dgm:pt modelId="{659D4900-5A55-4456-8028-1616521465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index.html (Login)</a:t>
          </a:r>
        </a:p>
      </dgm:t>
    </dgm:pt>
    <dgm:pt modelId="{2B96A24E-5EE5-4D7F-A608-B4DA0FDC35F0}" type="parTrans" cxnId="{25B56566-12CE-47D4-8493-4D6AED6BDEE8}">
      <dgm:prSet/>
      <dgm:spPr/>
      <dgm:t>
        <a:bodyPr/>
        <a:lstStyle/>
        <a:p>
          <a:endParaRPr lang="en-US"/>
        </a:p>
      </dgm:t>
    </dgm:pt>
    <dgm:pt modelId="{70BF54E7-F46D-4560-8616-144D8E2A982D}" type="sibTrans" cxnId="{25B56566-12CE-47D4-8493-4D6AED6BDEE8}">
      <dgm:prSet/>
      <dgm:spPr/>
      <dgm:t>
        <a:bodyPr/>
        <a:lstStyle/>
        <a:p>
          <a:endParaRPr lang="en-US"/>
        </a:p>
      </dgm:t>
    </dgm:pt>
    <dgm:pt modelId="{F299B68E-3118-48E6-B4ED-A070B659BC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signup.html (Register)</a:t>
          </a:r>
        </a:p>
      </dgm:t>
    </dgm:pt>
    <dgm:pt modelId="{041C705F-B848-422C-8508-77FCE8B0608A}" type="parTrans" cxnId="{EEBF8FB6-330E-4CB7-82E7-78BB3E659AB4}">
      <dgm:prSet/>
      <dgm:spPr/>
      <dgm:t>
        <a:bodyPr/>
        <a:lstStyle/>
        <a:p>
          <a:endParaRPr lang="en-US"/>
        </a:p>
      </dgm:t>
    </dgm:pt>
    <dgm:pt modelId="{125688A1-E2AD-433A-BFDC-FE4B2C946F5A}" type="sibTrans" cxnId="{EEBF8FB6-330E-4CB7-82E7-78BB3E659AB4}">
      <dgm:prSet/>
      <dgm:spPr/>
      <dgm:t>
        <a:bodyPr/>
        <a:lstStyle/>
        <a:p>
          <a:endParaRPr lang="en-US"/>
        </a:p>
      </dgm:t>
    </dgm:pt>
    <dgm:pt modelId="{5126F0A5-7D66-464D-B04E-3241AAD977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meditrust.html (Risk Assessment)</a:t>
          </a:r>
        </a:p>
      </dgm:t>
    </dgm:pt>
    <dgm:pt modelId="{C26D33A0-D11A-4A17-96E0-619714C2C206}" type="parTrans" cxnId="{442D0C6E-4FEE-405F-9D70-9511FAF1EFAA}">
      <dgm:prSet/>
      <dgm:spPr/>
      <dgm:t>
        <a:bodyPr/>
        <a:lstStyle/>
        <a:p>
          <a:endParaRPr lang="en-US"/>
        </a:p>
      </dgm:t>
    </dgm:pt>
    <dgm:pt modelId="{7863734A-5224-440F-A4E5-DAB3B2A7BEF1}" type="sibTrans" cxnId="{442D0C6E-4FEE-405F-9D70-9511FAF1EFAA}">
      <dgm:prSet/>
      <dgm:spPr/>
      <dgm:t>
        <a:bodyPr/>
        <a:lstStyle/>
        <a:p>
          <a:endParaRPr lang="en-US"/>
        </a:p>
      </dgm:t>
    </dgm:pt>
    <dgm:pt modelId="{BE966864-4ADB-432E-9D0D-95A7DF039B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via Fetch API</a:t>
          </a:r>
        </a:p>
      </dgm:t>
    </dgm:pt>
    <dgm:pt modelId="{33E4AB66-D6D2-43EA-8D27-C42C8C8E2FB5}" type="parTrans" cxnId="{BD431576-8656-407F-B5DD-470F751D5F68}">
      <dgm:prSet/>
      <dgm:spPr/>
      <dgm:t>
        <a:bodyPr/>
        <a:lstStyle/>
        <a:p>
          <a:endParaRPr lang="en-US"/>
        </a:p>
      </dgm:t>
    </dgm:pt>
    <dgm:pt modelId="{C9620353-B2BC-4288-8853-4C241AE91F28}" type="sibTrans" cxnId="{BD431576-8656-407F-B5DD-470F751D5F68}">
      <dgm:prSet/>
      <dgm:spPr/>
      <dgm:t>
        <a:bodyPr/>
        <a:lstStyle/>
        <a:p>
          <a:endParaRPr lang="en-US"/>
        </a:p>
      </dgm:t>
    </dgm:pt>
    <dgm:pt modelId="{E659C01F-D5E0-4E0F-9D11-3B21BB0FBC35}" type="pres">
      <dgm:prSet presAssocID="{F47281BA-E2D2-4865-882C-A080701452EA}" presName="root" presStyleCnt="0">
        <dgm:presLayoutVars>
          <dgm:dir/>
          <dgm:resizeHandles val="exact"/>
        </dgm:presLayoutVars>
      </dgm:prSet>
      <dgm:spPr/>
    </dgm:pt>
    <dgm:pt modelId="{14A2865F-572D-428E-976B-CC0120871019}" type="pres">
      <dgm:prSet presAssocID="{DB6431BB-7D5E-4537-B087-F54F0006F913}" presName="compNode" presStyleCnt="0"/>
      <dgm:spPr/>
    </dgm:pt>
    <dgm:pt modelId="{BBC37589-269C-4E61-A081-05C11514B148}" type="pres">
      <dgm:prSet presAssocID="{DB6431BB-7D5E-4537-B087-F54F0006F913}" presName="bgRect" presStyleLbl="bgShp" presStyleIdx="0" presStyleCnt="6"/>
      <dgm:spPr/>
    </dgm:pt>
    <dgm:pt modelId="{7658B582-1DFC-4B6E-8B15-C1EF41DEE566}" type="pres">
      <dgm:prSet presAssocID="{DB6431BB-7D5E-4537-B087-F54F0006F91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EBAC8F3-D777-4D43-A438-65EE948A3D8F}" type="pres">
      <dgm:prSet presAssocID="{DB6431BB-7D5E-4537-B087-F54F0006F913}" presName="spaceRect" presStyleCnt="0"/>
      <dgm:spPr/>
    </dgm:pt>
    <dgm:pt modelId="{C385E8D1-B7FB-4A7C-923D-B87237CDB706}" type="pres">
      <dgm:prSet presAssocID="{DB6431BB-7D5E-4537-B087-F54F0006F913}" presName="parTx" presStyleLbl="revTx" presStyleIdx="0" presStyleCnt="6">
        <dgm:presLayoutVars>
          <dgm:chMax val="0"/>
          <dgm:chPref val="0"/>
        </dgm:presLayoutVars>
      </dgm:prSet>
      <dgm:spPr/>
    </dgm:pt>
    <dgm:pt modelId="{93E188C7-CF1A-4DE0-94F6-11EFF08F3BF0}" type="pres">
      <dgm:prSet presAssocID="{6899D189-19D5-497C-85AB-B3FAB98B8588}" presName="sibTrans" presStyleCnt="0"/>
      <dgm:spPr/>
    </dgm:pt>
    <dgm:pt modelId="{B7CBAE54-8C58-47FA-8E54-CFEB31CAA9F8}" type="pres">
      <dgm:prSet presAssocID="{03CFA941-F071-406E-9B3F-8A96F846C957}" presName="compNode" presStyleCnt="0"/>
      <dgm:spPr/>
    </dgm:pt>
    <dgm:pt modelId="{7F40D229-9669-46C9-9DF8-699AEF889170}" type="pres">
      <dgm:prSet presAssocID="{03CFA941-F071-406E-9B3F-8A96F846C957}" presName="bgRect" presStyleLbl="bgShp" presStyleIdx="1" presStyleCnt="6"/>
      <dgm:spPr/>
    </dgm:pt>
    <dgm:pt modelId="{1D769122-8F56-4328-B601-338D5B05D535}" type="pres">
      <dgm:prSet presAssocID="{03CFA941-F071-406E-9B3F-8A96F846C95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0D5B550-1CEE-4324-B392-13769F06C327}" type="pres">
      <dgm:prSet presAssocID="{03CFA941-F071-406E-9B3F-8A96F846C957}" presName="spaceRect" presStyleCnt="0"/>
      <dgm:spPr/>
    </dgm:pt>
    <dgm:pt modelId="{65BD66F7-A60B-45AB-95C7-0279885FDC4C}" type="pres">
      <dgm:prSet presAssocID="{03CFA941-F071-406E-9B3F-8A96F846C957}" presName="parTx" presStyleLbl="revTx" presStyleIdx="1" presStyleCnt="6">
        <dgm:presLayoutVars>
          <dgm:chMax val="0"/>
          <dgm:chPref val="0"/>
        </dgm:presLayoutVars>
      </dgm:prSet>
      <dgm:spPr/>
    </dgm:pt>
    <dgm:pt modelId="{25DBB174-8744-4043-B86A-5DD38B88B654}" type="pres">
      <dgm:prSet presAssocID="{45A3DDCF-0FB6-4134-BC70-7DAAFE265B39}" presName="sibTrans" presStyleCnt="0"/>
      <dgm:spPr/>
    </dgm:pt>
    <dgm:pt modelId="{D0AB83F5-81D6-47FA-958F-83D2AD3D1072}" type="pres">
      <dgm:prSet presAssocID="{659D4900-5A55-4456-8028-1616521465C2}" presName="compNode" presStyleCnt="0"/>
      <dgm:spPr/>
    </dgm:pt>
    <dgm:pt modelId="{221A0319-5C2F-41EA-A9D9-01AAD49BC166}" type="pres">
      <dgm:prSet presAssocID="{659D4900-5A55-4456-8028-1616521465C2}" presName="bgRect" presStyleLbl="bgShp" presStyleIdx="2" presStyleCnt="6"/>
      <dgm:spPr/>
    </dgm:pt>
    <dgm:pt modelId="{4A7DBF18-FA63-4E42-B89F-35CDD9B41BC0}" type="pres">
      <dgm:prSet presAssocID="{659D4900-5A55-4456-8028-1616521465C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F1ED880-F310-430A-BBCF-5EBB9392AB62}" type="pres">
      <dgm:prSet presAssocID="{659D4900-5A55-4456-8028-1616521465C2}" presName="spaceRect" presStyleCnt="0"/>
      <dgm:spPr/>
    </dgm:pt>
    <dgm:pt modelId="{4F289974-21BF-41CD-8403-3E6C1EC82D25}" type="pres">
      <dgm:prSet presAssocID="{659D4900-5A55-4456-8028-1616521465C2}" presName="parTx" presStyleLbl="revTx" presStyleIdx="2" presStyleCnt="6">
        <dgm:presLayoutVars>
          <dgm:chMax val="0"/>
          <dgm:chPref val="0"/>
        </dgm:presLayoutVars>
      </dgm:prSet>
      <dgm:spPr/>
    </dgm:pt>
    <dgm:pt modelId="{5BBB0877-A0C5-48CC-960B-A1DB33E00D0A}" type="pres">
      <dgm:prSet presAssocID="{70BF54E7-F46D-4560-8616-144D8E2A982D}" presName="sibTrans" presStyleCnt="0"/>
      <dgm:spPr/>
    </dgm:pt>
    <dgm:pt modelId="{2B47F284-91A5-4BE2-9569-E383421ECC98}" type="pres">
      <dgm:prSet presAssocID="{F299B68E-3118-48E6-B4ED-A070B659BC9F}" presName="compNode" presStyleCnt="0"/>
      <dgm:spPr/>
    </dgm:pt>
    <dgm:pt modelId="{59BEB862-FDDE-48AC-9C53-829A9047CF5C}" type="pres">
      <dgm:prSet presAssocID="{F299B68E-3118-48E6-B4ED-A070B659BC9F}" presName="bgRect" presStyleLbl="bgShp" presStyleIdx="3" presStyleCnt="6" custLinFactNeighborX="95" custLinFactNeighborY="1653"/>
      <dgm:spPr/>
    </dgm:pt>
    <dgm:pt modelId="{40F17688-2886-436F-885E-113B35609E48}" type="pres">
      <dgm:prSet presAssocID="{F299B68E-3118-48E6-B4ED-A070B659BC9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453C7E03-3FC7-48EF-A16F-CFC8EAFCBEC5}" type="pres">
      <dgm:prSet presAssocID="{F299B68E-3118-48E6-B4ED-A070B659BC9F}" presName="spaceRect" presStyleCnt="0"/>
      <dgm:spPr/>
    </dgm:pt>
    <dgm:pt modelId="{54174708-269B-44AC-9A6A-361A0174BA1B}" type="pres">
      <dgm:prSet presAssocID="{F299B68E-3118-48E6-B4ED-A070B659BC9F}" presName="parTx" presStyleLbl="revTx" presStyleIdx="3" presStyleCnt="6">
        <dgm:presLayoutVars>
          <dgm:chMax val="0"/>
          <dgm:chPref val="0"/>
        </dgm:presLayoutVars>
      </dgm:prSet>
      <dgm:spPr/>
    </dgm:pt>
    <dgm:pt modelId="{11A4775B-C5B7-4296-B64E-4E6802D1BB9C}" type="pres">
      <dgm:prSet presAssocID="{125688A1-E2AD-433A-BFDC-FE4B2C946F5A}" presName="sibTrans" presStyleCnt="0"/>
      <dgm:spPr/>
    </dgm:pt>
    <dgm:pt modelId="{B6A8F369-08C2-4A47-BD87-2EF28D5FD722}" type="pres">
      <dgm:prSet presAssocID="{5126F0A5-7D66-464D-B04E-3241AAD977AD}" presName="compNode" presStyleCnt="0"/>
      <dgm:spPr/>
    </dgm:pt>
    <dgm:pt modelId="{A5576596-6B70-40E8-A19A-D5C3DBBFE7FF}" type="pres">
      <dgm:prSet presAssocID="{5126F0A5-7D66-464D-B04E-3241AAD977AD}" presName="bgRect" presStyleLbl="bgShp" presStyleIdx="4" presStyleCnt="6"/>
      <dgm:spPr/>
    </dgm:pt>
    <dgm:pt modelId="{3995E49F-B008-48C2-A9F7-5BBFCF0C53C2}" type="pres">
      <dgm:prSet presAssocID="{5126F0A5-7D66-464D-B04E-3241AAD977A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BD58BCE7-69DA-4BC4-828E-8B705045B24C}" type="pres">
      <dgm:prSet presAssocID="{5126F0A5-7D66-464D-B04E-3241AAD977AD}" presName="spaceRect" presStyleCnt="0"/>
      <dgm:spPr/>
    </dgm:pt>
    <dgm:pt modelId="{B2F0D48D-83BA-440A-9647-ABDE6CFAD456}" type="pres">
      <dgm:prSet presAssocID="{5126F0A5-7D66-464D-B04E-3241AAD977AD}" presName="parTx" presStyleLbl="revTx" presStyleIdx="4" presStyleCnt="6">
        <dgm:presLayoutVars>
          <dgm:chMax val="0"/>
          <dgm:chPref val="0"/>
        </dgm:presLayoutVars>
      </dgm:prSet>
      <dgm:spPr/>
    </dgm:pt>
    <dgm:pt modelId="{170B9FDE-4B90-4D31-8F12-5B98A00E08DF}" type="pres">
      <dgm:prSet presAssocID="{7863734A-5224-440F-A4E5-DAB3B2A7BEF1}" presName="sibTrans" presStyleCnt="0"/>
      <dgm:spPr/>
    </dgm:pt>
    <dgm:pt modelId="{F23D7FA7-43B1-49CB-9272-DC367E06A705}" type="pres">
      <dgm:prSet presAssocID="{BE966864-4ADB-432E-9D0D-95A7DF039BB3}" presName="compNode" presStyleCnt="0"/>
      <dgm:spPr/>
    </dgm:pt>
    <dgm:pt modelId="{8CAC1A19-D9B0-4C03-9E7F-B30DA19BFACE}" type="pres">
      <dgm:prSet presAssocID="{BE966864-4ADB-432E-9D0D-95A7DF039BB3}" presName="bgRect" presStyleLbl="bgShp" presStyleIdx="5" presStyleCnt="6"/>
      <dgm:spPr/>
    </dgm:pt>
    <dgm:pt modelId="{7BBC9B37-4905-42DF-AFBE-65AC8B37CF16}" type="pres">
      <dgm:prSet presAssocID="{BE966864-4ADB-432E-9D0D-95A7DF039BB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96E5783-F156-4C66-80D0-A5D5D938DAF3}" type="pres">
      <dgm:prSet presAssocID="{BE966864-4ADB-432E-9D0D-95A7DF039BB3}" presName="spaceRect" presStyleCnt="0"/>
      <dgm:spPr/>
    </dgm:pt>
    <dgm:pt modelId="{955E822A-2EF4-49C0-BB85-CD23081910D6}" type="pres">
      <dgm:prSet presAssocID="{BE966864-4ADB-432E-9D0D-95A7DF039BB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3531306-86EE-48B1-87B1-98B84B795F2E}" type="presOf" srcId="{03CFA941-F071-406E-9B3F-8A96F846C957}" destId="{65BD66F7-A60B-45AB-95C7-0279885FDC4C}" srcOrd="0" destOrd="0" presId="urn:microsoft.com/office/officeart/2018/2/layout/IconVerticalSolidList"/>
    <dgm:cxn modelId="{2E297F0B-944F-4052-85AA-3570B171B18D}" srcId="{F47281BA-E2D2-4865-882C-A080701452EA}" destId="{DB6431BB-7D5E-4537-B087-F54F0006F913}" srcOrd="0" destOrd="0" parTransId="{4D9E6CF9-2FE1-478D-82DA-72455062D90C}" sibTransId="{6899D189-19D5-497C-85AB-B3FAB98B8588}"/>
    <dgm:cxn modelId="{2AE46640-4E37-4E73-ABBB-EE788D51CCDC}" type="presOf" srcId="{659D4900-5A55-4456-8028-1616521465C2}" destId="{4F289974-21BF-41CD-8403-3E6C1EC82D25}" srcOrd="0" destOrd="0" presId="urn:microsoft.com/office/officeart/2018/2/layout/IconVerticalSolidList"/>
    <dgm:cxn modelId="{25B56566-12CE-47D4-8493-4D6AED6BDEE8}" srcId="{F47281BA-E2D2-4865-882C-A080701452EA}" destId="{659D4900-5A55-4456-8028-1616521465C2}" srcOrd="2" destOrd="0" parTransId="{2B96A24E-5EE5-4D7F-A608-B4DA0FDC35F0}" sibTransId="{70BF54E7-F46D-4560-8616-144D8E2A982D}"/>
    <dgm:cxn modelId="{52A50948-AF1E-4B5A-A496-BBE5D7FBAC45}" type="presOf" srcId="{F47281BA-E2D2-4865-882C-A080701452EA}" destId="{E659C01F-D5E0-4E0F-9D11-3B21BB0FBC35}" srcOrd="0" destOrd="0" presId="urn:microsoft.com/office/officeart/2018/2/layout/IconVerticalSolidList"/>
    <dgm:cxn modelId="{442D0C6E-4FEE-405F-9D70-9511FAF1EFAA}" srcId="{F47281BA-E2D2-4865-882C-A080701452EA}" destId="{5126F0A5-7D66-464D-B04E-3241AAD977AD}" srcOrd="4" destOrd="0" parTransId="{C26D33A0-D11A-4A17-96E0-619714C2C206}" sibTransId="{7863734A-5224-440F-A4E5-DAB3B2A7BEF1}"/>
    <dgm:cxn modelId="{BD431576-8656-407F-B5DD-470F751D5F68}" srcId="{F47281BA-E2D2-4865-882C-A080701452EA}" destId="{BE966864-4ADB-432E-9D0D-95A7DF039BB3}" srcOrd="5" destOrd="0" parTransId="{33E4AB66-D6D2-43EA-8D27-C42C8C8E2FB5}" sibTransId="{C9620353-B2BC-4288-8853-4C241AE91F28}"/>
    <dgm:cxn modelId="{8634D477-5688-4B3B-8CD3-6E57736F7986}" type="presOf" srcId="{DB6431BB-7D5E-4537-B087-F54F0006F913}" destId="{C385E8D1-B7FB-4A7C-923D-B87237CDB706}" srcOrd="0" destOrd="0" presId="urn:microsoft.com/office/officeart/2018/2/layout/IconVerticalSolidList"/>
    <dgm:cxn modelId="{DDCE2196-D2AA-45C8-BFD8-57BF9EC3927B}" type="presOf" srcId="{5126F0A5-7D66-464D-B04E-3241AAD977AD}" destId="{B2F0D48D-83BA-440A-9647-ABDE6CFAD456}" srcOrd="0" destOrd="0" presId="urn:microsoft.com/office/officeart/2018/2/layout/IconVerticalSolidList"/>
    <dgm:cxn modelId="{BC0E07AD-D017-433D-A701-91A9A81976E4}" type="presOf" srcId="{BE966864-4ADB-432E-9D0D-95A7DF039BB3}" destId="{955E822A-2EF4-49C0-BB85-CD23081910D6}" srcOrd="0" destOrd="0" presId="urn:microsoft.com/office/officeart/2018/2/layout/IconVerticalSolidList"/>
    <dgm:cxn modelId="{EEBF8FB6-330E-4CB7-82E7-78BB3E659AB4}" srcId="{F47281BA-E2D2-4865-882C-A080701452EA}" destId="{F299B68E-3118-48E6-B4ED-A070B659BC9F}" srcOrd="3" destOrd="0" parTransId="{041C705F-B848-422C-8508-77FCE8B0608A}" sibTransId="{125688A1-E2AD-433A-BFDC-FE4B2C946F5A}"/>
    <dgm:cxn modelId="{D64365C5-055F-4641-889E-69BBCB49D981}" srcId="{F47281BA-E2D2-4865-882C-A080701452EA}" destId="{03CFA941-F071-406E-9B3F-8A96F846C957}" srcOrd="1" destOrd="0" parTransId="{F232DDB2-3CD0-491A-BA6F-8EB96641261E}" sibTransId="{45A3DDCF-0FB6-4134-BC70-7DAAFE265B39}"/>
    <dgm:cxn modelId="{11E625FF-B516-4C12-AF1B-477F6EC9109D}" type="presOf" srcId="{F299B68E-3118-48E6-B4ED-A070B659BC9F}" destId="{54174708-269B-44AC-9A6A-361A0174BA1B}" srcOrd="0" destOrd="0" presId="urn:microsoft.com/office/officeart/2018/2/layout/IconVerticalSolidList"/>
    <dgm:cxn modelId="{997FFB0C-49DE-40A1-B7E0-BE8F5522D031}" type="presParOf" srcId="{E659C01F-D5E0-4E0F-9D11-3B21BB0FBC35}" destId="{14A2865F-572D-428E-976B-CC0120871019}" srcOrd="0" destOrd="0" presId="urn:microsoft.com/office/officeart/2018/2/layout/IconVerticalSolidList"/>
    <dgm:cxn modelId="{52367A74-C091-4BDA-BA0A-01D312B0AA9B}" type="presParOf" srcId="{14A2865F-572D-428E-976B-CC0120871019}" destId="{BBC37589-269C-4E61-A081-05C11514B148}" srcOrd="0" destOrd="0" presId="urn:microsoft.com/office/officeart/2018/2/layout/IconVerticalSolidList"/>
    <dgm:cxn modelId="{1147DD46-0541-4644-9720-C216F3D5B2AC}" type="presParOf" srcId="{14A2865F-572D-428E-976B-CC0120871019}" destId="{7658B582-1DFC-4B6E-8B15-C1EF41DEE566}" srcOrd="1" destOrd="0" presId="urn:microsoft.com/office/officeart/2018/2/layout/IconVerticalSolidList"/>
    <dgm:cxn modelId="{CF682C5E-E571-44BB-B360-E6CA3F0FD36E}" type="presParOf" srcId="{14A2865F-572D-428E-976B-CC0120871019}" destId="{5EBAC8F3-D777-4D43-A438-65EE948A3D8F}" srcOrd="2" destOrd="0" presId="urn:microsoft.com/office/officeart/2018/2/layout/IconVerticalSolidList"/>
    <dgm:cxn modelId="{1B5D368F-7678-4F2B-A42B-301FF3159D1A}" type="presParOf" srcId="{14A2865F-572D-428E-976B-CC0120871019}" destId="{C385E8D1-B7FB-4A7C-923D-B87237CDB706}" srcOrd="3" destOrd="0" presId="urn:microsoft.com/office/officeart/2018/2/layout/IconVerticalSolidList"/>
    <dgm:cxn modelId="{D4C23E52-CE99-4ED6-8EF4-00650A148366}" type="presParOf" srcId="{E659C01F-D5E0-4E0F-9D11-3B21BB0FBC35}" destId="{93E188C7-CF1A-4DE0-94F6-11EFF08F3BF0}" srcOrd="1" destOrd="0" presId="urn:microsoft.com/office/officeart/2018/2/layout/IconVerticalSolidList"/>
    <dgm:cxn modelId="{D32C37B3-0492-4755-B54F-624681B2E32A}" type="presParOf" srcId="{E659C01F-D5E0-4E0F-9D11-3B21BB0FBC35}" destId="{B7CBAE54-8C58-47FA-8E54-CFEB31CAA9F8}" srcOrd="2" destOrd="0" presId="urn:microsoft.com/office/officeart/2018/2/layout/IconVerticalSolidList"/>
    <dgm:cxn modelId="{704B5E3E-AA3E-47D7-8C64-0264FEED947E}" type="presParOf" srcId="{B7CBAE54-8C58-47FA-8E54-CFEB31CAA9F8}" destId="{7F40D229-9669-46C9-9DF8-699AEF889170}" srcOrd="0" destOrd="0" presId="urn:microsoft.com/office/officeart/2018/2/layout/IconVerticalSolidList"/>
    <dgm:cxn modelId="{0C006860-F948-4204-BE8A-09F7E7A26518}" type="presParOf" srcId="{B7CBAE54-8C58-47FA-8E54-CFEB31CAA9F8}" destId="{1D769122-8F56-4328-B601-338D5B05D535}" srcOrd="1" destOrd="0" presId="urn:microsoft.com/office/officeart/2018/2/layout/IconVerticalSolidList"/>
    <dgm:cxn modelId="{135D2F0F-5ED2-4C99-A074-EE6556F58262}" type="presParOf" srcId="{B7CBAE54-8C58-47FA-8E54-CFEB31CAA9F8}" destId="{20D5B550-1CEE-4324-B392-13769F06C327}" srcOrd="2" destOrd="0" presId="urn:microsoft.com/office/officeart/2018/2/layout/IconVerticalSolidList"/>
    <dgm:cxn modelId="{349A96E3-A377-4702-87C7-30E3DE1C5969}" type="presParOf" srcId="{B7CBAE54-8C58-47FA-8E54-CFEB31CAA9F8}" destId="{65BD66F7-A60B-45AB-95C7-0279885FDC4C}" srcOrd="3" destOrd="0" presId="urn:microsoft.com/office/officeart/2018/2/layout/IconVerticalSolidList"/>
    <dgm:cxn modelId="{C5AE7FE0-CFE3-4E13-B761-1AAD15C8BD61}" type="presParOf" srcId="{E659C01F-D5E0-4E0F-9D11-3B21BB0FBC35}" destId="{25DBB174-8744-4043-B86A-5DD38B88B654}" srcOrd="3" destOrd="0" presId="urn:microsoft.com/office/officeart/2018/2/layout/IconVerticalSolidList"/>
    <dgm:cxn modelId="{14B34426-19FE-4317-B285-F963627544A4}" type="presParOf" srcId="{E659C01F-D5E0-4E0F-9D11-3B21BB0FBC35}" destId="{D0AB83F5-81D6-47FA-958F-83D2AD3D1072}" srcOrd="4" destOrd="0" presId="urn:microsoft.com/office/officeart/2018/2/layout/IconVerticalSolidList"/>
    <dgm:cxn modelId="{FCF23088-7E8E-415D-9DA1-6B51627B8DD3}" type="presParOf" srcId="{D0AB83F5-81D6-47FA-958F-83D2AD3D1072}" destId="{221A0319-5C2F-41EA-A9D9-01AAD49BC166}" srcOrd="0" destOrd="0" presId="urn:microsoft.com/office/officeart/2018/2/layout/IconVerticalSolidList"/>
    <dgm:cxn modelId="{63747CBA-FA0B-4267-8392-FFA7AA77756B}" type="presParOf" srcId="{D0AB83F5-81D6-47FA-958F-83D2AD3D1072}" destId="{4A7DBF18-FA63-4E42-B89F-35CDD9B41BC0}" srcOrd="1" destOrd="0" presId="urn:microsoft.com/office/officeart/2018/2/layout/IconVerticalSolidList"/>
    <dgm:cxn modelId="{95C9B2BC-2856-47C8-8A5E-415B57CA7D41}" type="presParOf" srcId="{D0AB83F5-81D6-47FA-958F-83D2AD3D1072}" destId="{CF1ED880-F310-430A-BBCF-5EBB9392AB62}" srcOrd="2" destOrd="0" presId="urn:microsoft.com/office/officeart/2018/2/layout/IconVerticalSolidList"/>
    <dgm:cxn modelId="{73689833-DCD1-4E8C-855E-B7A932E2F788}" type="presParOf" srcId="{D0AB83F5-81D6-47FA-958F-83D2AD3D1072}" destId="{4F289974-21BF-41CD-8403-3E6C1EC82D25}" srcOrd="3" destOrd="0" presId="urn:microsoft.com/office/officeart/2018/2/layout/IconVerticalSolidList"/>
    <dgm:cxn modelId="{8DCB3EC6-04B5-4764-BB4A-6299DD6736B3}" type="presParOf" srcId="{E659C01F-D5E0-4E0F-9D11-3B21BB0FBC35}" destId="{5BBB0877-A0C5-48CC-960B-A1DB33E00D0A}" srcOrd="5" destOrd="0" presId="urn:microsoft.com/office/officeart/2018/2/layout/IconVerticalSolidList"/>
    <dgm:cxn modelId="{BCAA8A6B-F14F-4FF5-A3FF-0EC046CFB683}" type="presParOf" srcId="{E659C01F-D5E0-4E0F-9D11-3B21BB0FBC35}" destId="{2B47F284-91A5-4BE2-9569-E383421ECC98}" srcOrd="6" destOrd="0" presId="urn:microsoft.com/office/officeart/2018/2/layout/IconVerticalSolidList"/>
    <dgm:cxn modelId="{C24D1662-92A0-43C7-84B7-453C245BEAB6}" type="presParOf" srcId="{2B47F284-91A5-4BE2-9569-E383421ECC98}" destId="{59BEB862-FDDE-48AC-9C53-829A9047CF5C}" srcOrd="0" destOrd="0" presId="urn:microsoft.com/office/officeart/2018/2/layout/IconVerticalSolidList"/>
    <dgm:cxn modelId="{1C7FD028-3197-434E-834D-469F39F4217A}" type="presParOf" srcId="{2B47F284-91A5-4BE2-9569-E383421ECC98}" destId="{40F17688-2886-436F-885E-113B35609E48}" srcOrd="1" destOrd="0" presId="urn:microsoft.com/office/officeart/2018/2/layout/IconVerticalSolidList"/>
    <dgm:cxn modelId="{0206506F-7E11-42FD-B19C-441DD77DD84E}" type="presParOf" srcId="{2B47F284-91A5-4BE2-9569-E383421ECC98}" destId="{453C7E03-3FC7-48EF-A16F-CFC8EAFCBEC5}" srcOrd="2" destOrd="0" presId="urn:microsoft.com/office/officeart/2018/2/layout/IconVerticalSolidList"/>
    <dgm:cxn modelId="{FD4C4511-1AD8-4E5D-92E9-740CC7264B0D}" type="presParOf" srcId="{2B47F284-91A5-4BE2-9569-E383421ECC98}" destId="{54174708-269B-44AC-9A6A-361A0174BA1B}" srcOrd="3" destOrd="0" presId="urn:microsoft.com/office/officeart/2018/2/layout/IconVerticalSolidList"/>
    <dgm:cxn modelId="{17F0DD2C-26A8-4292-8B04-379C7599AA89}" type="presParOf" srcId="{E659C01F-D5E0-4E0F-9D11-3B21BB0FBC35}" destId="{11A4775B-C5B7-4296-B64E-4E6802D1BB9C}" srcOrd="7" destOrd="0" presId="urn:microsoft.com/office/officeart/2018/2/layout/IconVerticalSolidList"/>
    <dgm:cxn modelId="{D4F09204-8710-4507-A91F-CE9216C33CD1}" type="presParOf" srcId="{E659C01F-D5E0-4E0F-9D11-3B21BB0FBC35}" destId="{B6A8F369-08C2-4A47-BD87-2EF28D5FD722}" srcOrd="8" destOrd="0" presId="urn:microsoft.com/office/officeart/2018/2/layout/IconVerticalSolidList"/>
    <dgm:cxn modelId="{F9D8A7C4-AA0D-4617-B275-BCD74A8D381C}" type="presParOf" srcId="{B6A8F369-08C2-4A47-BD87-2EF28D5FD722}" destId="{A5576596-6B70-40E8-A19A-D5C3DBBFE7FF}" srcOrd="0" destOrd="0" presId="urn:microsoft.com/office/officeart/2018/2/layout/IconVerticalSolidList"/>
    <dgm:cxn modelId="{0FDBEAD6-32B8-4C9A-8E8B-A53CFEB551A1}" type="presParOf" srcId="{B6A8F369-08C2-4A47-BD87-2EF28D5FD722}" destId="{3995E49F-B008-48C2-A9F7-5BBFCF0C53C2}" srcOrd="1" destOrd="0" presId="urn:microsoft.com/office/officeart/2018/2/layout/IconVerticalSolidList"/>
    <dgm:cxn modelId="{685A7437-6896-41D0-81D4-1C7C0A2EB2E2}" type="presParOf" srcId="{B6A8F369-08C2-4A47-BD87-2EF28D5FD722}" destId="{BD58BCE7-69DA-4BC4-828E-8B705045B24C}" srcOrd="2" destOrd="0" presId="urn:microsoft.com/office/officeart/2018/2/layout/IconVerticalSolidList"/>
    <dgm:cxn modelId="{E616D024-80A2-47D3-8380-F6E7C81D5B64}" type="presParOf" srcId="{B6A8F369-08C2-4A47-BD87-2EF28D5FD722}" destId="{B2F0D48D-83BA-440A-9647-ABDE6CFAD456}" srcOrd="3" destOrd="0" presId="urn:microsoft.com/office/officeart/2018/2/layout/IconVerticalSolidList"/>
    <dgm:cxn modelId="{7C850EEA-7074-4CAE-8E8E-A2DF6F1D7030}" type="presParOf" srcId="{E659C01F-D5E0-4E0F-9D11-3B21BB0FBC35}" destId="{170B9FDE-4B90-4D31-8F12-5B98A00E08DF}" srcOrd="9" destOrd="0" presId="urn:microsoft.com/office/officeart/2018/2/layout/IconVerticalSolidList"/>
    <dgm:cxn modelId="{7BCBC182-0C3F-4BC9-A17E-22758CA14E3E}" type="presParOf" srcId="{E659C01F-D5E0-4E0F-9D11-3B21BB0FBC35}" destId="{F23D7FA7-43B1-49CB-9272-DC367E06A705}" srcOrd="10" destOrd="0" presId="urn:microsoft.com/office/officeart/2018/2/layout/IconVerticalSolidList"/>
    <dgm:cxn modelId="{7642E1FE-58D8-4A2E-B022-2526C78EDD83}" type="presParOf" srcId="{F23D7FA7-43B1-49CB-9272-DC367E06A705}" destId="{8CAC1A19-D9B0-4C03-9E7F-B30DA19BFACE}" srcOrd="0" destOrd="0" presId="urn:microsoft.com/office/officeart/2018/2/layout/IconVerticalSolidList"/>
    <dgm:cxn modelId="{6D411240-D470-4777-B021-39F4EC7B3A67}" type="presParOf" srcId="{F23D7FA7-43B1-49CB-9272-DC367E06A705}" destId="{7BBC9B37-4905-42DF-AFBE-65AC8B37CF16}" srcOrd="1" destOrd="0" presId="urn:microsoft.com/office/officeart/2018/2/layout/IconVerticalSolidList"/>
    <dgm:cxn modelId="{C1B926B5-A012-4998-B3FF-367B28FE423C}" type="presParOf" srcId="{F23D7FA7-43B1-49CB-9272-DC367E06A705}" destId="{E96E5783-F156-4C66-80D0-A5D5D938DAF3}" srcOrd="2" destOrd="0" presId="urn:microsoft.com/office/officeart/2018/2/layout/IconVerticalSolidList"/>
    <dgm:cxn modelId="{6C2FEB20-1379-4228-9689-FEBBEB71DFA4}" type="presParOf" srcId="{F23D7FA7-43B1-49CB-9272-DC367E06A705}" destId="{955E822A-2EF4-49C0-BB85-CD23081910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211571-C802-4DE7-98B7-D2D078E6D6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B58434-CCEC-4AB5-8CD9-2A1FFAF6BDFE}">
      <dgm:prSet/>
      <dgm:spPr/>
      <dgm:t>
        <a:bodyPr/>
        <a:lstStyle/>
        <a:p>
          <a:r>
            <a:rPr lang="en-US"/>
            <a:t>- Password hashing with bcrypt</a:t>
          </a:r>
        </a:p>
      </dgm:t>
    </dgm:pt>
    <dgm:pt modelId="{FC406EEF-989D-433F-8566-1BF6E030C475}" type="parTrans" cxnId="{BB2EE5AF-1A12-421C-BE13-D69D087D1F99}">
      <dgm:prSet/>
      <dgm:spPr/>
      <dgm:t>
        <a:bodyPr/>
        <a:lstStyle/>
        <a:p>
          <a:endParaRPr lang="en-US"/>
        </a:p>
      </dgm:t>
    </dgm:pt>
    <dgm:pt modelId="{DD6E473C-4FEB-4EF5-86C0-4D766ADBB89A}" type="sibTrans" cxnId="{BB2EE5AF-1A12-421C-BE13-D69D087D1F99}">
      <dgm:prSet/>
      <dgm:spPr/>
      <dgm:t>
        <a:bodyPr/>
        <a:lstStyle/>
        <a:p>
          <a:endParaRPr lang="en-US"/>
        </a:p>
      </dgm:t>
    </dgm:pt>
    <dgm:pt modelId="{DBB0C4A5-8E6B-4BE3-A4AC-37B805029077}">
      <dgm:prSet/>
      <dgm:spPr/>
      <dgm:t>
        <a:bodyPr/>
        <a:lstStyle/>
        <a:p>
          <a:r>
            <a:rPr lang="en-US"/>
            <a:t>- No plain-text password storage</a:t>
          </a:r>
        </a:p>
      </dgm:t>
    </dgm:pt>
    <dgm:pt modelId="{AB2EBAE7-BA60-43D5-BD0F-78D25868B544}" type="parTrans" cxnId="{0A3B45D8-D071-4961-9BB7-3B4FF3815314}">
      <dgm:prSet/>
      <dgm:spPr/>
      <dgm:t>
        <a:bodyPr/>
        <a:lstStyle/>
        <a:p>
          <a:endParaRPr lang="en-US"/>
        </a:p>
      </dgm:t>
    </dgm:pt>
    <dgm:pt modelId="{9BCAFFE9-9DF7-4C90-BB6A-F7E25409BC6B}" type="sibTrans" cxnId="{0A3B45D8-D071-4961-9BB7-3B4FF3815314}">
      <dgm:prSet/>
      <dgm:spPr/>
      <dgm:t>
        <a:bodyPr/>
        <a:lstStyle/>
        <a:p>
          <a:endParaRPr lang="en-US"/>
        </a:p>
      </dgm:t>
    </dgm:pt>
    <dgm:pt modelId="{5FA68757-2C36-4228-B01F-FFF8A844B1B4}">
      <dgm:prSet/>
      <dgm:spPr/>
      <dgm:t>
        <a:bodyPr/>
        <a:lstStyle/>
        <a:p>
          <a:r>
            <a:rPr lang="en-US"/>
            <a:t>- Email uniqueness enforced</a:t>
          </a:r>
        </a:p>
      </dgm:t>
    </dgm:pt>
    <dgm:pt modelId="{9A04828E-01DC-4DB2-91CE-AD899D319202}" type="parTrans" cxnId="{2D3207EF-9385-40F1-886B-0836A6912181}">
      <dgm:prSet/>
      <dgm:spPr/>
      <dgm:t>
        <a:bodyPr/>
        <a:lstStyle/>
        <a:p>
          <a:endParaRPr lang="en-US"/>
        </a:p>
      </dgm:t>
    </dgm:pt>
    <dgm:pt modelId="{043DBFA0-D15C-47DE-A66D-764762B25E96}" type="sibTrans" cxnId="{2D3207EF-9385-40F1-886B-0836A6912181}">
      <dgm:prSet/>
      <dgm:spPr/>
      <dgm:t>
        <a:bodyPr/>
        <a:lstStyle/>
        <a:p>
          <a:endParaRPr lang="en-US"/>
        </a:p>
      </dgm:t>
    </dgm:pt>
    <dgm:pt modelId="{41FFEE5C-539D-4B35-92BB-8644EF12F6AA}">
      <dgm:prSet/>
      <dgm:spPr/>
      <dgm:t>
        <a:bodyPr/>
        <a:lstStyle/>
        <a:p>
          <a:r>
            <a:rPr lang="en-US"/>
            <a:t>- Backend validation before DB insert</a:t>
          </a:r>
        </a:p>
      </dgm:t>
    </dgm:pt>
    <dgm:pt modelId="{EE0B0C85-07DD-4D29-828C-4F52D50D79BA}" type="parTrans" cxnId="{D53AB237-C131-4D76-8F2C-D44B61E2B1BA}">
      <dgm:prSet/>
      <dgm:spPr/>
      <dgm:t>
        <a:bodyPr/>
        <a:lstStyle/>
        <a:p>
          <a:endParaRPr lang="en-US"/>
        </a:p>
      </dgm:t>
    </dgm:pt>
    <dgm:pt modelId="{4B99C964-D637-4870-8664-AFCE80E3111F}" type="sibTrans" cxnId="{D53AB237-C131-4D76-8F2C-D44B61E2B1BA}">
      <dgm:prSet/>
      <dgm:spPr/>
      <dgm:t>
        <a:bodyPr/>
        <a:lstStyle/>
        <a:p>
          <a:endParaRPr lang="en-US"/>
        </a:p>
      </dgm:t>
    </dgm:pt>
    <dgm:pt modelId="{41E33C1F-4C1E-42CB-A209-63D598ECC352}">
      <dgm:prSet/>
      <dgm:spPr/>
      <dgm:t>
        <a:bodyPr/>
        <a:lstStyle/>
        <a:p>
          <a:r>
            <a:rPr lang="en-US"/>
            <a:t>- CORS configured for controlled access</a:t>
          </a:r>
        </a:p>
      </dgm:t>
    </dgm:pt>
    <dgm:pt modelId="{1D14488F-689F-4D74-BB32-332A186A0398}" type="parTrans" cxnId="{0FBAD378-A5CD-4011-B865-7C8694B18477}">
      <dgm:prSet/>
      <dgm:spPr/>
      <dgm:t>
        <a:bodyPr/>
        <a:lstStyle/>
        <a:p>
          <a:endParaRPr lang="en-US"/>
        </a:p>
      </dgm:t>
    </dgm:pt>
    <dgm:pt modelId="{190E2C84-6854-4D72-9D0A-04DB9933B99C}" type="sibTrans" cxnId="{0FBAD378-A5CD-4011-B865-7C8694B18477}">
      <dgm:prSet/>
      <dgm:spPr/>
      <dgm:t>
        <a:bodyPr/>
        <a:lstStyle/>
        <a:p>
          <a:endParaRPr lang="en-US"/>
        </a:p>
      </dgm:t>
    </dgm:pt>
    <dgm:pt modelId="{FFEF2E74-75CB-405B-9842-6F94558099A2}" type="pres">
      <dgm:prSet presAssocID="{C2211571-C802-4DE7-98B7-D2D078E6D631}" presName="root" presStyleCnt="0">
        <dgm:presLayoutVars>
          <dgm:dir/>
          <dgm:resizeHandles val="exact"/>
        </dgm:presLayoutVars>
      </dgm:prSet>
      <dgm:spPr/>
    </dgm:pt>
    <dgm:pt modelId="{BB71964F-5F1B-49BE-A329-F21E603C40B2}" type="pres">
      <dgm:prSet presAssocID="{C6B58434-CCEC-4AB5-8CD9-2A1FFAF6BDFE}" presName="compNode" presStyleCnt="0"/>
      <dgm:spPr/>
    </dgm:pt>
    <dgm:pt modelId="{F213F3C0-709A-42F3-A071-A0A15AE88688}" type="pres">
      <dgm:prSet presAssocID="{C6B58434-CCEC-4AB5-8CD9-2A1FFAF6BDFE}" presName="bgRect" presStyleLbl="bgShp" presStyleIdx="0" presStyleCnt="5"/>
      <dgm:spPr/>
    </dgm:pt>
    <dgm:pt modelId="{D48F48E0-46C5-4350-A5D3-32FEE0FE203A}" type="pres">
      <dgm:prSet presAssocID="{C6B58434-CCEC-4AB5-8CD9-2A1FFAF6BD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5E85334-475A-451B-84B0-6EB444D04715}" type="pres">
      <dgm:prSet presAssocID="{C6B58434-CCEC-4AB5-8CD9-2A1FFAF6BDFE}" presName="spaceRect" presStyleCnt="0"/>
      <dgm:spPr/>
    </dgm:pt>
    <dgm:pt modelId="{AE0B0D21-5D5D-4464-AF97-10454DBA209A}" type="pres">
      <dgm:prSet presAssocID="{C6B58434-CCEC-4AB5-8CD9-2A1FFAF6BDFE}" presName="parTx" presStyleLbl="revTx" presStyleIdx="0" presStyleCnt="5">
        <dgm:presLayoutVars>
          <dgm:chMax val="0"/>
          <dgm:chPref val="0"/>
        </dgm:presLayoutVars>
      </dgm:prSet>
      <dgm:spPr/>
    </dgm:pt>
    <dgm:pt modelId="{D80F1A03-B44F-433B-AEED-9D3D782B9571}" type="pres">
      <dgm:prSet presAssocID="{DD6E473C-4FEB-4EF5-86C0-4D766ADBB89A}" presName="sibTrans" presStyleCnt="0"/>
      <dgm:spPr/>
    </dgm:pt>
    <dgm:pt modelId="{1A71A6D0-E9EB-4A96-8757-B94A49175588}" type="pres">
      <dgm:prSet presAssocID="{DBB0C4A5-8E6B-4BE3-A4AC-37B805029077}" presName="compNode" presStyleCnt="0"/>
      <dgm:spPr/>
    </dgm:pt>
    <dgm:pt modelId="{93C4AB82-953C-409F-88D4-F5A5F5701068}" type="pres">
      <dgm:prSet presAssocID="{DBB0C4A5-8E6B-4BE3-A4AC-37B805029077}" presName="bgRect" presStyleLbl="bgShp" presStyleIdx="1" presStyleCnt="5"/>
      <dgm:spPr/>
    </dgm:pt>
    <dgm:pt modelId="{F2E63128-091E-4E97-9AB6-6A514AF22FF0}" type="pres">
      <dgm:prSet presAssocID="{DBB0C4A5-8E6B-4BE3-A4AC-37B8050290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680895F-5BFE-4EB9-A6FC-C45D75FAD5AE}" type="pres">
      <dgm:prSet presAssocID="{DBB0C4A5-8E6B-4BE3-A4AC-37B805029077}" presName="spaceRect" presStyleCnt="0"/>
      <dgm:spPr/>
    </dgm:pt>
    <dgm:pt modelId="{9E4AAF64-DF52-4B19-876E-FE047B4E2A41}" type="pres">
      <dgm:prSet presAssocID="{DBB0C4A5-8E6B-4BE3-A4AC-37B805029077}" presName="parTx" presStyleLbl="revTx" presStyleIdx="1" presStyleCnt="5">
        <dgm:presLayoutVars>
          <dgm:chMax val="0"/>
          <dgm:chPref val="0"/>
        </dgm:presLayoutVars>
      </dgm:prSet>
      <dgm:spPr/>
    </dgm:pt>
    <dgm:pt modelId="{BA01BF3E-3C80-400C-8997-8B5F8D7AD29E}" type="pres">
      <dgm:prSet presAssocID="{9BCAFFE9-9DF7-4C90-BB6A-F7E25409BC6B}" presName="sibTrans" presStyleCnt="0"/>
      <dgm:spPr/>
    </dgm:pt>
    <dgm:pt modelId="{27A77CB3-1851-4AB9-BBBF-2F860A710749}" type="pres">
      <dgm:prSet presAssocID="{5FA68757-2C36-4228-B01F-FFF8A844B1B4}" presName="compNode" presStyleCnt="0"/>
      <dgm:spPr/>
    </dgm:pt>
    <dgm:pt modelId="{B5F9710E-C288-42B4-A8BD-99435FF1D276}" type="pres">
      <dgm:prSet presAssocID="{5FA68757-2C36-4228-B01F-FFF8A844B1B4}" presName="bgRect" presStyleLbl="bgShp" presStyleIdx="2" presStyleCnt="5"/>
      <dgm:spPr/>
    </dgm:pt>
    <dgm:pt modelId="{ECE4F4A9-EF3B-4A72-854F-DEED83BE0769}" type="pres">
      <dgm:prSet presAssocID="{5FA68757-2C36-4228-B01F-FFF8A844B1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8A65B724-BAF9-42C1-A379-49634703AB32}" type="pres">
      <dgm:prSet presAssocID="{5FA68757-2C36-4228-B01F-FFF8A844B1B4}" presName="spaceRect" presStyleCnt="0"/>
      <dgm:spPr/>
    </dgm:pt>
    <dgm:pt modelId="{7B947351-F7CD-4AD3-AFA3-3DC1560688CE}" type="pres">
      <dgm:prSet presAssocID="{5FA68757-2C36-4228-B01F-FFF8A844B1B4}" presName="parTx" presStyleLbl="revTx" presStyleIdx="2" presStyleCnt="5">
        <dgm:presLayoutVars>
          <dgm:chMax val="0"/>
          <dgm:chPref val="0"/>
        </dgm:presLayoutVars>
      </dgm:prSet>
      <dgm:spPr/>
    </dgm:pt>
    <dgm:pt modelId="{6915FB5E-F5B6-4D00-AB31-44FF8C18BD02}" type="pres">
      <dgm:prSet presAssocID="{043DBFA0-D15C-47DE-A66D-764762B25E96}" presName="sibTrans" presStyleCnt="0"/>
      <dgm:spPr/>
    </dgm:pt>
    <dgm:pt modelId="{4B499203-09E4-4ECA-AA63-E6F8F41299A4}" type="pres">
      <dgm:prSet presAssocID="{41FFEE5C-539D-4B35-92BB-8644EF12F6AA}" presName="compNode" presStyleCnt="0"/>
      <dgm:spPr/>
    </dgm:pt>
    <dgm:pt modelId="{ABDEE164-E83C-4C54-9066-F9C6EC24070B}" type="pres">
      <dgm:prSet presAssocID="{41FFEE5C-539D-4B35-92BB-8644EF12F6AA}" presName="bgRect" presStyleLbl="bgShp" presStyleIdx="3" presStyleCnt="5"/>
      <dgm:spPr/>
    </dgm:pt>
    <dgm:pt modelId="{8D752152-D859-48F0-AC7B-396EFA32CBD4}" type="pres">
      <dgm:prSet presAssocID="{41FFEE5C-539D-4B35-92BB-8644EF12F6A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F30785-8DF7-46D8-BD34-6B3D9BC3757F}" type="pres">
      <dgm:prSet presAssocID="{41FFEE5C-539D-4B35-92BB-8644EF12F6AA}" presName="spaceRect" presStyleCnt="0"/>
      <dgm:spPr/>
    </dgm:pt>
    <dgm:pt modelId="{C9752457-65F5-499B-A3EF-7263AEAF7DFE}" type="pres">
      <dgm:prSet presAssocID="{41FFEE5C-539D-4B35-92BB-8644EF12F6AA}" presName="parTx" presStyleLbl="revTx" presStyleIdx="3" presStyleCnt="5">
        <dgm:presLayoutVars>
          <dgm:chMax val="0"/>
          <dgm:chPref val="0"/>
        </dgm:presLayoutVars>
      </dgm:prSet>
      <dgm:spPr/>
    </dgm:pt>
    <dgm:pt modelId="{030E2CDB-10D1-4D69-AE6C-8853CA53105C}" type="pres">
      <dgm:prSet presAssocID="{4B99C964-D637-4870-8664-AFCE80E3111F}" presName="sibTrans" presStyleCnt="0"/>
      <dgm:spPr/>
    </dgm:pt>
    <dgm:pt modelId="{6C3AD4AD-1FCF-48C1-82E4-E68BEDB7BA74}" type="pres">
      <dgm:prSet presAssocID="{41E33C1F-4C1E-42CB-A209-63D598ECC352}" presName="compNode" presStyleCnt="0"/>
      <dgm:spPr/>
    </dgm:pt>
    <dgm:pt modelId="{FD94033F-1588-483F-9010-774BB4419517}" type="pres">
      <dgm:prSet presAssocID="{41E33C1F-4C1E-42CB-A209-63D598ECC352}" presName="bgRect" presStyleLbl="bgShp" presStyleIdx="4" presStyleCnt="5"/>
      <dgm:spPr/>
    </dgm:pt>
    <dgm:pt modelId="{E144FD07-2D59-4881-984D-274ADBE33538}" type="pres">
      <dgm:prSet presAssocID="{41E33C1F-4C1E-42CB-A209-63D598ECC35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0A265C8-695E-4AB1-8E57-A27F50D922BF}" type="pres">
      <dgm:prSet presAssocID="{41E33C1F-4C1E-42CB-A209-63D598ECC352}" presName="spaceRect" presStyleCnt="0"/>
      <dgm:spPr/>
    </dgm:pt>
    <dgm:pt modelId="{A7FFCB46-6CA1-40B6-847D-146E0085C87A}" type="pres">
      <dgm:prSet presAssocID="{41E33C1F-4C1E-42CB-A209-63D598ECC35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63DFA03-0769-45E0-A3C6-82A1D2A95C43}" type="presOf" srcId="{C6B58434-CCEC-4AB5-8CD9-2A1FFAF6BDFE}" destId="{AE0B0D21-5D5D-4464-AF97-10454DBA209A}" srcOrd="0" destOrd="0" presId="urn:microsoft.com/office/officeart/2018/2/layout/IconVerticalSolidList"/>
    <dgm:cxn modelId="{65902304-0784-4AA4-97EC-713044D13A2D}" type="presOf" srcId="{5FA68757-2C36-4228-B01F-FFF8A844B1B4}" destId="{7B947351-F7CD-4AD3-AFA3-3DC1560688CE}" srcOrd="0" destOrd="0" presId="urn:microsoft.com/office/officeart/2018/2/layout/IconVerticalSolidList"/>
    <dgm:cxn modelId="{D53AB237-C131-4D76-8F2C-D44B61E2B1BA}" srcId="{C2211571-C802-4DE7-98B7-D2D078E6D631}" destId="{41FFEE5C-539D-4B35-92BB-8644EF12F6AA}" srcOrd="3" destOrd="0" parTransId="{EE0B0C85-07DD-4D29-828C-4F52D50D79BA}" sibTransId="{4B99C964-D637-4870-8664-AFCE80E3111F}"/>
    <dgm:cxn modelId="{00DA883F-F136-4EAF-87EC-64F00A8A5DD3}" type="presOf" srcId="{DBB0C4A5-8E6B-4BE3-A4AC-37B805029077}" destId="{9E4AAF64-DF52-4B19-876E-FE047B4E2A41}" srcOrd="0" destOrd="0" presId="urn:microsoft.com/office/officeart/2018/2/layout/IconVerticalSolidList"/>
    <dgm:cxn modelId="{0FBAD378-A5CD-4011-B865-7C8694B18477}" srcId="{C2211571-C802-4DE7-98B7-D2D078E6D631}" destId="{41E33C1F-4C1E-42CB-A209-63D598ECC352}" srcOrd="4" destOrd="0" parTransId="{1D14488F-689F-4D74-BB32-332A186A0398}" sibTransId="{190E2C84-6854-4D72-9D0A-04DB9933B99C}"/>
    <dgm:cxn modelId="{C5C97B97-B202-467C-ADD0-247143561E85}" type="presOf" srcId="{C2211571-C802-4DE7-98B7-D2D078E6D631}" destId="{FFEF2E74-75CB-405B-9842-6F94558099A2}" srcOrd="0" destOrd="0" presId="urn:microsoft.com/office/officeart/2018/2/layout/IconVerticalSolidList"/>
    <dgm:cxn modelId="{8DEB539B-EC8E-4818-BB8D-A7C73B27FF91}" type="presOf" srcId="{41E33C1F-4C1E-42CB-A209-63D598ECC352}" destId="{A7FFCB46-6CA1-40B6-847D-146E0085C87A}" srcOrd="0" destOrd="0" presId="urn:microsoft.com/office/officeart/2018/2/layout/IconVerticalSolidList"/>
    <dgm:cxn modelId="{BB2EE5AF-1A12-421C-BE13-D69D087D1F99}" srcId="{C2211571-C802-4DE7-98B7-D2D078E6D631}" destId="{C6B58434-CCEC-4AB5-8CD9-2A1FFAF6BDFE}" srcOrd="0" destOrd="0" parTransId="{FC406EEF-989D-433F-8566-1BF6E030C475}" sibTransId="{DD6E473C-4FEB-4EF5-86C0-4D766ADBB89A}"/>
    <dgm:cxn modelId="{820757D3-F49F-4CFB-AF2C-B952039FFF8B}" type="presOf" srcId="{41FFEE5C-539D-4B35-92BB-8644EF12F6AA}" destId="{C9752457-65F5-499B-A3EF-7263AEAF7DFE}" srcOrd="0" destOrd="0" presId="urn:microsoft.com/office/officeart/2018/2/layout/IconVerticalSolidList"/>
    <dgm:cxn modelId="{0A3B45D8-D071-4961-9BB7-3B4FF3815314}" srcId="{C2211571-C802-4DE7-98B7-D2D078E6D631}" destId="{DBB0C4A5-8E6B-4BE3-A4AC-37B805029077}" srcOrd="1" destOrd="0" parTransId="{AB2EBAE7-BA60-43D5-BD0F-78D25868B544}" sibTransId="{9BCAFFE9-9DF7-4C90-BB6A-F7E25409BC6B}"/>
    <dgm:cxn modelId="{2D3207EF-9385-40F1-886B-0836A6912181}" srcId="{C2211571-C802-4DE7-98B7-D2D078E6D631}" destId="{5FA68757-2C36-4228-B01F-FFF8A844B1B4}" srcOrd="2" destOrd="0" parTransId="{9A04828E-01DC-4DB2-91CE-AD899D319202}" sibTransId="{043DBFA0-D15C-47DE-A66D-764762B25E96}"/>
    <dgm:cxn modelId="{9A80037B-378F-4938-86F1-5CC15AFBFBF4}" type="presParOf" srcId="{FFEF2E74-75CB-405B-9842-6F94558099A2}" destId="{BB71964F-5F1B-49BE-A329-F21E603C40B2}" srcOrd="0" destOrd="0" presId="urn:microsoft.com/office/officeart/2018/2/layout/IconVerticalSolidList"/>
    <dgm:cxn modelId="{EEE2D081-27E6-47A3-9DA3-D457711F6AA3}" type="presParOf" srcId="{BB71964F-5F1B-49BE-A329-F21E603C40B2}" destId="{F213F3C0-709A-42F3-A071-A0A15AE88688}" srcOrd="0" destOrd="0" presId="urn:microsoft.com/office/officeart/2018/2/layout/IconVerticalSolidList"/>
    <dgm:cxn modelId="{4B2A09C3-AE1D-4A0C-B1BE-1DD5096E520F}" type="presParOf" srcId="{BB71964F-5F1B-49BE-A329-F21E603C40B2}" destId="{D48F48E0-46C5-4350-A5D3-32FEE0FE203A}" srcOrd="1" destOrd="0" presId="urn:microsoft.com/office/officeart/2018/2/layout/IconVerticalSolidList"/>
    <dgm:cxn modelId="{B15DFF3A-94E8-42B4-BDEC-DC4836FD38CB}" type="presParOf" srcId="{BB71964F-5F1B-49BE-A329-F21E603C40B2}" destId="{65E85334-475A-451B-84B0-6EB444D04715}" srcOrd="2" destOrd="0" presId="urn:microsoft.com/office/officeart/2018/2/layout/IconVerticalSolidList"/>
    <dgm:cxn modelId="{F95274F4-F1A4-4818-981D-BFA9B219C52E}" type="presParOf" srcId="{BB71964F-5F1B-49BE-A329-F21E603C40B2}" destId="{AE0B0D21-5D5D-4464-AF97-10454DBA209A}" srcOrd="3" destOrd="0" presId="urn:microsoft.com/office/officeart/2018/2/layout/IconVerticalSolidList"/>
    <dgm:cxn modelId="{D7DE0187-4B89-49AB-B6F7-A5795AF4ABAC}" type="presParOf" srcId="{FFEF2E74-75CB-405B-9842-6F94558099A2}" destId="{D80F1A03-B44F-433B-AEED-9D3D782B9571}" srcOrd="1" destOrd="0" presId="urn:microsoft.com/office/officeart/2018/2/layout/IconVerticalSolidList"/>
    <dgm:cxn modelId="{E369C054-A716-46D1-ADB5-B331859E087D}" type="presParOf" srcId="{FFEF2E74-75CB-405B-9842-6F94558099A2}" destId="{1A71A6D0-E9EB-4A96-8757-B94A49175588}" srcOrd="2" destOrd="0" presId="urn:microsoft.com/office/officeart/2018/2/layout/IconVerticalSolidList"/>
    <dgm:cxn modelId="{1EAD54A0-3456-42D2-92D0-5613667987CA}" type="presParOf" srcId="{1A71A6D0-E9EB-4A96-8757-B94A49175588}" destId="{93C4AB82-953C-409F-88D4-F5A5F5701068}" srcOrd="0" destOrd="0" presId="urn:microsoft.com/office/officeart/2018/2/layout/IconVerticalSolidList"/>
    <dgm:cxn modelId="{D4412BBB-B8BC-41C7-9FC0-2188767ED304}" type="presParOf" srcId="{1A71A6D0-E9EB-4A96-8757-B94A49175588}" destId="{F2E63128-091E-4E97-9AB6-6A514AF22FF0}" srcOrd="1" destOrd="0" presId="urn:microsoft.com/office/officeart/2018/2/layout/IconVerticalSolidList"/>
    <dgm:cxn modelId="{499C51DD-2CA8-4902-8FF5-1FC6ECDD24B2}" type="presParOf" srcId="{1A71A6D0-E9EB-4A96-8757-B94A49175588}" destId="{7680895F-5BFE-4EB9-A6FC-C45D75FAD5AE}" srcOrd="2" destOrd="0" presId="urn:microsoft.com/office/officeart/2018/2/layout/IconVerticalSolidList"/>
    <dgm:cxn modelId="{B3BCB90D-9458-4AFF-A105-34AC20E64B46}" type="presParOf" srcId="{1A71A6D0-E9EB-4A96-8757-B94A49175588}" destId="{9E4AAF64-DF52-4B19-876E-FE047B4E2A41}" srcOrd="3" destOrd="0" presId="urn:microsoft.com/office/officeart/2018/2/layout/IconVerticalSolidList"/>
    <dgm:cxn modelId="{CA11CF80-F49F-435C-B9B4-7F8B9DAD44E9}" type="presParOf" srcId="{FFEF2E74-75CB-405B-9842-6F94558099A2}" destId="{BA01BF3E-3C80-400C-8997-8B5F8D7AD29E}" srcOrd="3" destOrd="0" presId="urn:microsoft.com/office/officeart/2018/2/layout/IconVerticalSolidList"/>
    <dgm:cxn modelId="{DDC893EA-A47A-42A8-8094-58A688245B86}" type="presParOf" srcId="{FFEF2E74-75CB-405B-9842-6F94558099A2}" destId="{27A77CB3-1851-4AB9-BBBF-2F860A710749}" srcOrd="4" destOrd="0" presId="urn:microsoft.com/office/officeart/2018/2/layout/IconVerticalSolidList"/>
    <dgm:cxn modelId="{DC73BD34-198D-4185-8A17-196947FFD4BE}" type="presParOf" srcId="{27A77CB3-1851-4AB9-BBBF-2F860A710749}" destId="{B5F9710E-C288-42B4-A8BD-99435FF1D276}" srcOrd="0" destOrd="0" presId="urn:microsoft.com/office/officeart/2018/2/layout/IconVerticalSolidList"/>
    <dgm:cxn modelId="{54947063-46A5-4927-808D-DF6DC817F4DF}" type="presParOf" srcId="{27A77CB3-1851-4AB9-BBBF-2F860A710749}" destId="{ECE4F4A9-EF3B-4A72-854F-DEED83BE0769}" srcOrd="1" destOrd="0" presId="urn:microsoft.com/office/officeart/2018/2/layout/IconVerticalSolidList"/>
    <dgm:cxn modelId="{9A0E4F2B-0611-4D61-8C93-FFA9192A3BA1}" type="presParOf" srcId="{27A77CB3-1851-4AB9-BBBF-2F860A710749}" destId="{8A65B724-BAF9-42C1-A379-49634703AB32}" srcOrd="2" destOrd="0" presId="urn:microsoft.com/office/officeart/2018/2/layout/IconVerticalSolidList"/>
    <dgm:cxn modelId="{F7CDD44C-C878-4F3C-85CC-DE703D2284CF}" type="presParOf" srcId="{27A77CB3-1851-4AB9-BBBF-2F860A710749}" destId="{7B947351-F7CD-4AD3-AFA3-3DC1560688CE}" srcOrd="3" destOrd="0" presId="urn:microsoft.com/office/officeart/2018/2/layout/IconVerticalSolidList"/>
    <dgm:cxn modelId="{EE41DEA5-7743-4776-861E-8854FFC61D65}" type="presParOf" srcId="{FFEF2E74-75CB-405B-9842-6F94558099A2}" destId="{6915FB5E-F5B6-4D00-AB31-44FF8C18BD02}" srcOrd="5" destOrd="0" presId="urn:microsoft.com/office/officeart/2018/2/layout/IconVerticalSolidList"/>
    <dgm:cxn modelId="{74B36651-5DE0-40B5-963A-75793950E843}" type="presParOf" srcId="{FFEF2E74-75CB-405B-9842-6F94558099A2}" destId="{4B499203-09E4-4ECA-AA63-E6F8F41299A4}" srcOrd="6" destOrd="0" presId="urn:microsoft.com/office/officeart/2018/2/layout/IconVerticalSolidList"/>
    <dgm:cxn modelId="{B9153087-9F21-455B-A9C0-9FC77440086F}" type="presParOf" srcId="{4B499203-09E4-4ECA-AA63-E6F8F41299A4}" destId="{ABDEE164-E83C-4C54-9066-F9C6EC24070B}" srcOrd="0" destOrd="0" presId="urn:microsoft.com/office/officeart/2018/2/layout/IconVerticalSolidList"/>
    <dgm:cxn modelId="{6CDA1734-8D41-4B09-BF85-D39EBAB47254}" type="presParOf" srcId="{4B499203-09E4-4ECA-AA63-E6F8F41299A4}" destId="{8D752152-D859-48F0-AC7B-396EFA32CBD4}" srcOrd="1" destOrd="0" presId="urn:microsoft.com/office/officeart/2018/2/layout/IconVerticalSolidList"/>
    <dgm:cxn modelId="{1003138B-C8A9-4042-A62B-324D4663B843}" type="presParOf" srcId="{4B499203-09E4-4ECA-AA63-E6F8F41299A4}" destId="{FBF30785-8DF7-46D8-BD34-6B3D9BC3757F}" srcOrd="2" destOrd="0" presId="urn:microsoft.com/office/officeart/2018/2/layout/IconVerticalSolidList"/>
    <dgm:cxn modelId="{3865BF88-269C-400E-AAF4-5D6D41D86D9A}" type="presParOf" srcId="{4B499203-09E4-4ECA-AA63-E6F8F41299A4}" destId="{C9752457-65F5-499B-A3EF-7263AEAF7DFE}" srcOrd="3" destOrd="0" presId="urn:microsoft.com/office/officeart/2018/2/layout/IconVerticalSolidList"/>
    <dgm:cxn modelId="{41F5CE15-3FC1-45C0-B31D-190C16055041}" type="presParOf" srcId="{FFEF2E74-75CB-405B-9842-6F94558099A2}" destId="{030E2CDB-10D1-4D69-AE6C-8853CA53105C}" srcOrd="7" destOrd="0" presId="urn:microsoft.com/office/officeart/2018/2/layout/IconVerticalSolidList"/>
    <dgm:cxn modelId="{FAE9E973-AE9D-4F04-8958-E2DE635D5FB6}" type="presParOf" srcId="{FFEF2E74-75CB-405B-9842-6F94558099A2}" destId="{6C3AD4AD-1FCF-48C1-82E4-E68BEDB7BA74}" srcOrd="8" destOrd="0" presId="urn:microsoft.com/office/officeart/2018/2/layout/IconVerticalSolidList"/>
    <dgm:cxn modelId="{53DD1036-99C7-4BF9-9AC6-5C2686940375}" type="presParOf" srcId="{6C3AD4AD-1FCF-48C1-82E4-E68BEDB7BA74}" destId="{FD94033F-1588-483F-9010-774BB4419517}" srcOrd="0" destOrd="0" presId="urn:microsoft.com/office/officeart/2018/2/layout/IconVerticalSolidList"/>
    <dgm:cxn modelId="{DC491571-9876-48B5-B908-78EC70B01098}" type="presParOf" srcId="{6C3AD4AD-1FCF-48C1-82E4-E68BEDB7BA74}" destId="{E144FD07-2D59-4881-984D-274ADBE33538}" srcOrd="1" destOrd="0" presId="urn:microsoft.com/office/officeart/2018/2/layout/IconVerticalSolidList"/>
    <dgm:cxn modelId="{05BC9E85-D937-42A0-8828-584F9F93DD6A}" type="presParOf" srcId="{6C3AD4AD-1FCF-48C1-82E4-E68BEDB7BA74}" destId="{E0A265C8-695E-4AB1-8E57-A27F50D922BF}" srcOrd="2" destOrd="0" presId="urn:microsoft.com/office/officeart/2018/2/layout/IconVerticalSolidList"/>
    <dgm:cxn modelId="{1816B4C0-ADA4-44CD-AC55-F740E7841085}" type="presParOf" srcId="{6C3AD4AD-1FCF-48C1-82E4-E68BEDB7BA74}" destId="{A7FFCB46-6CA1-40B6-847D-146E0085C8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D52CEF-F910-4AB5-B85D-1D23966CAE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6C4A1B-280A-4087-8F01-BBD97AB9AFF1}">
      <dgm:prSet/>
      <dgm:spPr/>
      <dgm:t>
        <a:bodyPr/>
        <a:lstStyle/>
        <a:p>
          <a:r>
            <a:rPr lang="en-US"/>
            <a:t>- Full-stack working prototype</a:t>
          </a:r>
        </a:p>
      </dgm:t>
    </dgm:pt>
    <dgm:pt modelId="{483DC03B-CFE8-46B2-9977-7AECC650E6D7}" type="parTrans" cxnId="{73253297-7B07-41B0-B7E8-10205A938008}">
      <dgm:prSet/>
      <dgm:spPr/>
      <dgm:t>
        <a:bodyPr/>
        <a:lstStyle/>
        <a:p>
          <a:endParaRPr lang="en-US"/>
        </a:p>
      </dgm:t>
    </dgm:pt>
    <dgm:pt modelId="{72745063-288A-4095-B36E-437CBF2AA248}" type="sibTrans" cxnId="{73253297-7B07-41B0-B7E8-10205A938008}">
      <dgm:prSet/>
      <dgm:spPr/>
      <dgm:t>
        <a:bodyPr/>
        <a:lstStyle/>
        <a:p>
          <a:endParaRPr lang="en-US"/>
        </a:p>
      </dgm:t>
    </dgm:pt>
    <dgm:pt modelId="{943AA1BD-D76B-48F8-B3B5-B7D371E61133}">
      <dgm:prSet/>
      <dgm:spPr/>
      <dgm:t>
        <a:bodyPr/>
        <a:lstStyle/>
        <a:p>
          <a:r>
            <a:rPr lang="en-US"/>
            <a:t>- Secure authentication system</a:t>
          </a:r>
        </a:p>
      </dgm:t>
    </dgm:pt>
    <dgm:pt modelId="{1E7F1A13-6EA4-499A-B628-5C32F9DD052F}" type="parTrans" cxnId="{57309B2D-2252-43ED-9183-56EF1BDF8996}">
      <dgm:prSet/>
      <dgm:spPr/>
      <dgm:t>
        <a:bodyPr/>
        <a:lstStyle/>
        <a:p>
          <a:endParaRPr lang="en-US"/>
        </a:p>
      </dgm:t>
    </dgm:pt>
    <dgm:pt modelId="{53D4FF81-46E1-440E-9550-3EFD1AFF6462}" type="sibTrans" cxnId="{57309B2D-2252-43ED-9183-56EF1BDF8996}">
      <dgm:prSet/>
      <dgm:spPr/>
      <dgm:t>
        <a:bodyPr/>
        <a:lstStyle/>
        <a:p>
          <a:endParaRPr lang="en-US"/>
        </a:p>
      </dgm:t>
    </dgm:pt>
    <dgm:pt modelId="{08DC65B5-662F-4C9E-9113-FDBD818FD344}">
      <dgm:prSet/>
      <dgm:spPr/>
      <dgm:t>
        <a:bodyPr/>
        <a:lstStyle/>
        <a:p>
          <a:r>
            <a:rPr lang="en-US"/>
            <a:t>- Docker-based PostgreSQL integration</a:t>
          </a:r>
        </a:p>
      </dgm:t>
    </dgm:pt>
    <dgm:pt modelId="{68CA619A-CEAF-4924-B9CD-E84DB932B531}" type="parTrans" cxnId="{7BA35FC4-F6B1-4F89-970C-F0F4B14DE0D6}">
      <dgm:prSet/>
      <dgm:spPr/>
      <dgm:t>
        <a:bodyPr/>
        <a:lstStyle/>
        <a:p>
          <a:endParaRPr lang="en-US"/>
        </a:p>
      </dgm:t>
    </dgm:pt>
    <dgm:pt modelId="{6852BD2A-E724-4111-8091-104CBDF5BE83}" type="sibTrans" cxnId="{7BA35FC4-F6B1-4F89-970C-F0F4B14DE0D6}">
      <dgm:prSet/>
      <dgm:spPr/>
      <dgm:t>
        <a:bodyPr/>
        <a:lstStyle/>
        <a:p>
          <a:endParaRPr lang="en-US"/>
        </a:p>
      </dgm:t>
    </dgm:pt>
    <dgm:pt modelId="{A86DA6CF-2572-494E-93EC-630CEDF9ABFF}">
      <dgm:prSet/>
      <dgm:spPr/>
      <dgm:t>
        <a:bodyPr/>
        <a:lstStyle/>
        <a:p>
          <a:r>
            <a:rPr lang="en-US"/>
            <a:t>- Swagger API documentation</a:t>
          </a:r>
        </a:p>
      </dgm:t>
    </dgm:pt>
    <dgm:pt modelId="{339D239C-42CA-43DF-9271-D184F4A96E2E}" type="parTrans" cxnId="{FE941370-52DE-4A5F-826B-D19E54C738AA}">
      <dgm:prSet/>
      <dgm:spPr/>
      <dgm:t>
        <a:bodyPr/>
        <a:lstStyle/>
        <a:p>
          <a:endParaRPr lang="en-US"/>
        </a:p>
      </dgm:t>
    </dgm:pt>
    <dgm:pt modelId="{463A165C-2DA4-4528-89A4-2073272C8BAE}" type="sibTrans" cxnId="{FE941370-52DE-4A5F-826B-D19E54C738AA}">
      <dgm:prSet/>
      <dgm:spPr/>
      <dgm:t>
        <a:bodyPr/>
        <a:lstStyle/>
        <a:p>
          <a:endParaRPr lang="en-US"/>
        </a:p>
      </dgm:t>
    </dgm:pt>
    <dgm:pt modelId="{2A7DE598-4C0B-413A-BE9D-0C458B032A1B}" type="pres">
      <dgm:prSet presAssocID="{7ED52CEF-F910-4AB5-B85D-1D23966CAE8C}" presName="root" presStyleCnt="0">
        <dgm:presLayoutVars>
          <dgm:dir/>
          <dgm:resizeHandles val="exact"/>
        </dgm:presLayoutVars>
      </dgm:prSet>
      <dgm:spPr/>
    </dgm:pt>
    <dgm:pt modelId="{6A9A49D7-A9F6-47DD-A60F-4B5DBF52824F}" type="pres">
      <dgm:prSet presAssocID="{0F6C4A1B-280A-4087-8F01-BBD97AB9AFF1}" presName="compNode" presStyleCnt="0"/>
      <dgm:spPr/>
    </dgm:pt>
    <dgm:pt modelId="{4464B5D5-067B-499A-AD7A-2BC3644349F6}" type="pres">
      <dgm:prSet presAssocID="{0F6C4A1B-280A-4087-8F01-BBD97AB9AFF1}" presName="bgRect" presStyleLbl="bgShp" presStyleIdx="0" presStyleCnt="4"/>
      <dgm:spPr/>
    </dgm:pt>
    <dgm:pt modelId="{D76F3788-149A-45E9-99C0-5A5A52514E85}" type="pres">
      <dgm:prSet presAssocID="{0F6C4A1B-280A-4087-8F01-BBD97AB9AF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3479A583-54A9-4039-A8DC-FE12AC034E5A}" type="pres">
      <dgm:prSet presAssocID="{0F6C4A1B-280A-4087-8F01-BBD97AB9AFF1}" presName="spaceRect" presStyleCnt="0"/>
      <dgm:spPr/>
    </dgm:pt>
    <dgm:pt modelId="{31482232-0AE7-4CF2-B64D-862A8C9300EC}" type="pres">
      <dgm:prSet presAssocID="{0F6C4A1B-280A-4087-8F01-BBD97AB9AFF1}" presName="parTx" presStyleLbl="revTx" presStyleIdx="0" presStyleCnt="4">
        <dgm:presLayoutVars>
          <dgm:chMax val="0"/>
          <dgm:chPref val="0"/>
        </dgm:presLayoutVars>
      </dgm:prSet>
      <dgm:spPr/>
    </dgm:pt>
    <dgm:pt modelId="{322F4648-0F38-4912-B959-3DA5483665D3}" type="pres">
      <dgm:prSet presAssocID="{72745063-288A-4095-B36E-437CBF2AA248}" presName="sibTrans" presStyleCnt="0"/>
      <dgm:spPr/>
    </dgm:pt>
    <dgm:pt modelId="{2A2617D7-C3F0-471D-8407-98620602CA53}" type="pres">
      <dgm:prSet presAssocID="{943AA1BD-D76B-48F8-B3B5-B7D371E61133}" presName="compNode" presStyleCnt="0"/>
      <dgm:spPr/>
    </dgm:pt>
    <dgm:pt modelId="{E116F37C-BE57-4951-A8B2-BE295733D1BF}" type="pres">
      <dgm:prSet presAssocID="{943AA1BD-D76B-48F8-B3B5-B7D371E61133}" presName="bgRect" presStyleLbl="bgShp" presStyleIdx="1" presStyleCnt="4"/>
      <dgm:spPr/>
    </dgm:pt>
    <dgm:pt modelId="{A00D4FB9-13E6-4401-9485-BACAF067EAC4}" type="pres">
      <dgm:prSet presAssocID="{943AA1BD-D76B-48F8-B3B5-B7D371E611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FCA2ABD-7D85-426C-B076-AB4ED076E62C}" type="pres">
      <dgm:prSet presAssocID="{943AA1BD-D76B-48F8-B3B5-B7D371E61133}" presName="spaceRect" presStyleCnt="0"/>
      <dgm:spPr/>
    </dgm:pt>
    <dgm:pt modelId="{78A9009C-8EFF-4E17-AC45-915E7DB2E2CC}" type="pres">
      <dgm:prSet presAssocID="{943AA1BD-D76B-48F8-B3B5-B7D371E61133}" presName="parTx" presStyleLbl="revTx" presStyleIdx="1" presStyleCnt="4">
        <dgm:presLayoutVars>
          <dgm:chMax val="0"/>
          <dgm:chPref val="0"/>
        </dgm:presLayoutVars>
      </dgm:prSet>
      <dgm:spPr/>
    </dgm:pt>
    <dgm:pt modelId="{CCAFAA4C-955C-48AD-A9F9-F1C8FED5C687}" type="pres">
      <dgm:prSet presAssocID="{53D4FF81-46E1-440E-9550-3EFD1AFF6462}" presName="sibTrans" presStyleCnt="0"/>
      <dgm:spPr/>
    </dgm:pt>
    <dgm:pt modelId="{BB3CC2FC-0F79-4566-94C2-FC98B39FC48C}" type="pres">
      <dgm:prSet presAssocID="{08DC65B5-662F-4C9E-9113-FDBD818FD344}" presName="compNode" presStyleCnt="0"/>
      <dgm:spPr/>
    </dgm:pt>
    <dgm:pt modelId="{D5AA56AB-337C-44D5-BE8A-36919CE13D2A}" type="pres">
      <dgm:prSet presAssocID="{08DC65B5-662F-4C9E-9113-FDBD818FD344}" presName="bgRect" presStyleLbl="bgShp" presStyleIdx="2" presStyleCnt="4"/>
      <dgm:spPr/>
    </dgm:pt>
    <dgm:pt modelId="{8F998BFA-DFD4-4AAB-A048-BE59914F25A0}" type="pres">
      <dgm:prSet presAssocID="{08DC65B5-662F-4C9E-9113-FDBD818FD3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5562E5F7-4A42-4D9F-A9C9-89688096289A}" type="pres">
      <dgm:prSet presAssocID="{08DC65B5-662F-4C9E-9113-FDBD818FD344}" presName="spaceRect" presStyleCnt="0"/>
      <dgm:spPr/>
    </dgm:pt>
    <dgm:pt modelId="{FFB8A2E4-9280-4F0F-9F09-3BFBE5CDBFA2}" type="pres">
      <dgm:prSet presAssocID="{08DC65B5-662F-4C9E-9113-FDBD818FD344}" presName="parTx" presStyleLbl="revTx" presStyleIdx="2" presStyleCnt="4">
        <dgm:presLayoutVars>
          <dgm:chMax val="0"/>
          <dgm:chPref val="0"/>
        </dgm:presLayoutVars>
      </dgm:prSet>
      <dgm:spPr/>
    </dgm:pt>
    <dgm:pt modelId="{A59CC39E-1D35-498F-BE76-FCE6E8EE771A}" type="pres">
      <dgm:prSet presAssocID="{6852BD2A-E724-4111-8091-104CBDF5BE83}" presName="sibTrans" presStyleCnt="0"/>
      <dgm:spPr/>
    </dgm:pt>
    <dgm:pt modelId="{D6AB16E0-96E7-4447-B9C5-4821A32F9A5B}" type="pres">
      <dgm:prSet presAssocID="{A86DA6CF-2572-494E-93EC-630CEDF9ABFF}" presName="compNode" presStyleCnt="0"/>
      <dgm:spPr/>
    </dgm:pt>
    <dgm:pt modelId="{37B34D1D-F480-4B81-9F97-EF0051E67C25}" type="pres">
      <dgm:prSet presAssocID="{A86DA6CF-2572-494E-93EC-630CEDF9ABFF}" presName="bgRect" presStyleLbl="bgShp" presStyleIdx="3" presStyleCnt="4"/>
      <dgm:spPr/>
    </dgm:pt>
    <dgm:pt modelId="{D173973E-99D5-4422-BDF1-90CF1F48926B}" type="pres">
      <dgm:prSet presAssocID="{A86DA6CF-2572-494E-93EC-630CEDF9AB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F42F4F3-5B91-4F3A-B0FB-8D806B155E37}" type="pres">
      <dgm:prSet presAssocID="{A86DA6CF-2572-494E-93EC-630CEDF9ABFF}" presName="spaceRect" presStyleCnt="0"/>
      <dgm:spPr/>
    </dgm:pt>
    <dgm:pt modelId="{0C612E02-5763-431A-A8BF-7A85AFCB9113}" type="pres">
      <dgm:prSet presAssocID="{A86DA6CF-2572-494E-93EC-630CEDF9AB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8F1C05-D683-4AFF-B739-92A8C12ED534}" type="presOf" srcId="{7ED52CEF-F910-4AB5-B85D-1D23966CAE8C}" destId="{2A7DE598-4C0B-413A-BE9D-0C458B032A1B}" srcOrd="0" destOrd="0" presId="urn:microsoft.com/office/officeart/2018/2/layout/IconVerticalSolidList"/>
    <dgm:cxn modelId="{57309B2D-2252-43ED-9183-56EF1BDF8996}" srcId="{7ED52CEF-F910-4AB5-B85D-1D23966CAE8C}" destId="{943AA1BD-D76B-48F8-B3B5-B7D371E61133}" srcOrd="1" destOrd="0" parTransId="{1E7F1A13-6EA4-499A-B628-5C32F9DD052F}" sibTransId="{53D4FF81-46E1-440E-9550-3EFD1AFF6462}"/>
    <dgm:cxn modelId="{FE941370-52DE-4A5F-826B-D19E54C738AA}" srcId="{7ED52CEF-F910-4AB5-B85D-1D23966CAE8C}" destId="{A86DA6CF-2572-494E-93EC-630CEDF9ABFF}" srcOrd="3" destOrd="0" parTransId="{339D239C-42CA-43DF-9271-D184F4A96E2E}" sibTransId="{463A165C-2DA4-4528-89A4-2073272C8BAE}"/>
    <dgm:cxn modelId="{73253297-7B07-41B0-B7E8-10205A938008}" srcId="{7ED52CEF-F910-4AB5-B85D-1D23966CAE8C}" destId="{0F6C4A1B-280A-4087-8F01-BBD97AB9AFF1}" srcOrd="0" destOrd="0" parTransId="{483DC03B-CFE8-46B2-9977-7AECC650E6D7}" sibTransId="{72745063-288A-4095-B36E-437CBF2AA248}"/>
    <dgm:cxn modelId="{CE615498-E522-4DBA-A8DB-1053AC0EBB9D}" type="presOf" srcId="{943AA1BD-D76B-48F8-B3B5-B7D371E61133}" destId="{78A9009C-8EFF-4E17-AC45-915E7DB2E2CC}" srcOrd="0" destOrd="0" presId="urn:microsoft.com/office/officeart/2018/2/layout/IconVerticalSolidList"/>
    <dgm:cxn modelId="{5E273699-D10B-4C81-B5EF-FA76935B94E6}" type="presOf" srcId="{A86DA6CF-2572-494E-93EC-630CEDF9ABFF}" destId="{0C612E02-5763-431A-A8BF-7A85AFCB9113}" srcOrd="0" destOrd="0" presId="urn:microsoft.com/office/officeart/2018/2/layout/IconVerticalSolidList"/>
    <dgm:cxn modelId="{7BA35FC4-F6B1-4F89-970C-F0F4B14DE0D6}" srcId="{7ED52CEF-F910-4AB5-B85D-1D23966CAE8C}" destId="{08DC65B5-662F-4C9E-9113-FDBD818FD344}" srcOrd="2" destOrd="0" parTransId="{68CA619A-CEAF-4924-B9CD-E84DB932B531}" sibTransId="{6852BD2A-E724-4111-8091-104CBDF5BE83}"/>
    <dgm:cxn modelId="{C85E8DC7-08BB-4A78-906F-5E1CED5ED405}" type="presOf" srcId="{0F6C4A1B-280A-4087-8F01-BBD97AB9AFF1}" destId="{31482232-0AE7-4CF2-B64D-862A8C9300EC}" srcOrd="0" destOrd="0" presId="urn:microsoft.com/office/officeart/2018/2/layout/IconVerticalSolidList"/>
    <dgm:cxn modelId="{35885FEC-257E-4F61-9014-27C80CCF0B98}" type="presOf" srcId="{08DC65B5-662F-4C9E-9113-FDBD818FD344}" destId="{FFB8A2E4-9280-4F0F-9F09-3BFBE5CDBFA2}" srcOrd="0" destOrd="0" presId="urn:microsoft.com/office/officeart/2018/2/layout/IconVerticalSolidList"/>
    <dgm:cxn modelId="{54E996B0-31A6-4863-B68E-4F6DE36375C5}" type="presParOf" srcId="{2A7DE598-4C0B-413A-BE9D-0C458B032A1B}" destId="{6A9A49D7-A9F6-47DD-A60F-4B5DBF52824F}" srcOrd="0" destOrd="0" presId="urn:microsoft.com/office/officeart/2018/2/layout/IconVerticalSolidList"/>
    <dgm:cxn modelId="{8AB15509-C72F-49C8-9B84-239163AD8300}" type="presParOf" srcId="{6A9A49D7-A9F6-47DD-A60F-4B5DBF52824F}" destId="{4464B5D5-067B-499A-AD7A-2BC3644349F6}" srcOrd="0" destOrd="0" presId="urn:microsoft.com/office/officeart/2018/2/layout/IconVerticalSolidList"/>
    <dgm:cxn modelId="{5C265FAF-3752-45F2-908E-D6767B0A3936}" type="presParOf" srcId="{6A9A49D7-A9F6-47DD-A60F-4B5DBF52824F}" destId="{D76F3788-149A-45E9-99C0-5A5A52514E85}" srcOrd="1" destOrd="0" presId="urn:microsoft.com/office/officeart/2018/2/layout/IconVerticalSolidList"/>
    <dgm:cxn modelId="{2217BA6A-E601-4B31-A21C-78453EDE4286}" type="presParOf" srcId="{6A9A49D7-A9F6-47DD-A60F-4B5DBF52824F}" destId="{3479A583-54A9-4039-A8DC-FE12AC034E5A}" srcOrd="2" destOrd="0" presId="urn:microsoft.com/office/officeart/2018/2/layout/IconVerticalSolidList"/>
    <dgm:cxn modelId="{FECB3723-04EE-4547-BB65-3A7C7A1FA264}" type="presParOf" srcId="{6A9A49D7-A9F6-47DD-A60F-4B5DBF52824F}" destId="{31482232-0AE7-4CF2-B64D-862A8C9300EC}" srcOrd="3" destOrd="0" presId="urn:microsoft.com/office/officeart/2018/2/layout/IconVerticalSolidList"/>
    <dgm:cxn modelId="{A6583590-0082-476A-BB2F-09F0F6AE660F}" type="presParOf" srcId="{2A7DE598-4C0B-413A-BE9D-0C458B032A1B}" destId="{322F4648-0F38-4912-B959-3DA5483665D3}" srcOrd="1" destOrd="0" presId="urn:microsoft.com/office/officeart/2018/2/layout/IconVerticalSolidList"/>
    <dgm:cxn modelId="{164611E7-684D-4946-8F48-A4FABCA076AE}" type="presParOf" srcId="{2A7DE598-4C0B-413A-BE9D-0C458B032A1B}" destId="{2A2617D7-C3F0-471D-8407-98620602CA53}" srcOrd="2" destOrd="0" presId="urn:microsoft.com/office/officeart/2018/2/layout/IconVerticalSolidList"/>
    <dgm:cxn modelId="{08A87C6B-F9BD-4920-8709-9426013C7F9B}" type="presParOf" srcId="{2A2617D7-C3F0-471D-8407-98620602CA53}" destId="{E116F37C-BE57-4951-A8B2-BE295733D1BF}" srcOrd="0" destOrd="0" presId="urn:microsoft.com/office/officeart/2018/2/layout/IconVerticalSolidList"/>
    <dgm:cxn modelId="{04A31719-5E47-4B87-997E-BE603EFE47B8}" type="presParOf" srcId="{2A2617D7-C3F0-471D-8407-98620602CA53}" destId="{A00D4FB9-13E6-4401-9485-BACAF067EAC4}" srcOrd="1" destOrd="0" presId="urn:microsoft.com/office/officeart/2018/2/layout/IconVerticalSolidList"/>
    <dgm:cxn modelId="{2A0090B3-E4DD-4340-9897-60FD498704CA}" type="presParOf" srcId="{2A2617D7-C3F0-471D-8407-98620602CA53}" destId="{AFCA2ABD-7D85-426C-B076-AB4ED076E62C}" srcOrd="2" destOrd="0" presId="urn:microsoft.com/office/officeart/2018/2/layout/IconVerticalSolidList"/>
    <dgm:cxn modelId="{1322DC74-9C83-44BA-A4F7-D01E4A298E29}" type="presParOf" srcId="{2A2617D7-C3F0-471D-8407-98620602CA53}" destId="{78A9009C-8EFF-4E17-AC45-915E7DB2E2CC}" srcOrd="3" destOrd="0" presId="urn:microsoft.com/office/officeart/2018/2/layout/IconVerticalSolidList"/>
    <dgm:cxn modelId="{EE21C708-230C-4992-9587-6B8BF5552409}" type="presParOf" srcId="{2A7DE598-4C0B-413A-BE9D-0C458B032A1B}" destId="{CCAFAA4C-955C-48AD-A9F9-F1C8FED5C687}" srcOrd="3" destOrd="0" presId="urn:microsoft.com/office/officeart/2018/2/layout/IconVerticalSolidList"/>
    <dgm:cxn modelId="{738470BC-363D-44F5-98F3-BD9C9FC21B76}" type="presParOf" srcId="{2A7DE598-4C0B-413A-BE9D-0C458B032A1B}" destId="{BB3CC2FC-0F79-4566-94C2-FC98B39FC48C}" srcOrd="4" destOrd="0" presId="urn:microsoft.com/office/officeart/2018/2/layout/IconVerticalSolidList"/>
    <dgm:cxn modelId="{DD1B5493-1C2B-4CC1-811D-DF4A7B7DB109}" type="presParOf" srcId="{BB3CC2FC-0F79-4566-94C2-FC98B39FC48C}" destId="{D5AA56AB-337C-44D5-BE8A-36919CE13D2A}" srcOrd="0" destOrd="0" presId="urn:microsoft.com/office/officeart/2018/2/layout/IconVerticalSolidList"/>
    <dgm:cxn modelId="{B0DBD4EA-DD82-48D8-A78A-3554399F44A7}" type="presParOf" srcId="{BB3CC2FC-0F79-4566-94C2-FC98B39FC48C}" destId="{8F998BFA-DFD4-4AAB-A048-BE59914F25A0}" srcOrd="1" destOrd="0" presId="urn:microsoft.com/office/officeart/2018/2/layout/IconVerticalSolidList"/>
    <dgm:cxn modelId="{2A198783-27C8-4B3C-8A46-6986AA821F86}" type="presParOf" srcId="{BB3CC2FC-0F79-4566-94C2-FC98B39FC48C}" destId="{5562E5F7-4A42-4D9F-A9C9-89688096289A}" srcOrd="2" destOrd="0" presId="urn:microsoft.com/office/officeart/2018/2/layout/IconVerticalSolidList"/>
    <dgm:cxn modelId="{0CBD8940-1C5C-484C-AFE9-497761FD824C}" type="presParOf" srcId="{BB3CC2FC-0F79-4566-94C2-FC98B39FC48C}" destId="{FFB8A2E4-9280-4F0F-9F09-3BFBE5CDBFA2}" srcOrd="3" destOrd="0" presId="urn:microsoft.com/office/officeart/2018/2/layout/IconVerticalSolidList"/>
    <dgm:cxn modelId="{3BDEF940-C76A-4360-AD16-694B8AC24549}" type="presParOf" srcId="{2A7DE598-4C0B-413A-BE9D-0C458B032A1B}" destId="{A59CC39E-1D35-498F-BE76-FCE6E8EE771A}" srcOrd="5" destOrd="0" presId="urn:microsoft.com/office/officeart/2018/2/layout/IconVerticalSolidList"/>
    <dgm:cxn modelId="{CAB416F9-BE8E-4C08-9B81-E08EC10AFE83}" type="presParOf" srcId="{2A7DE598-4C0B-413A-BE9D-0C458B032A1B}" destId="{D6AB16E0-96E7-4447-B9C5-4821A32F9A5B}" srcOrd="6" destOrd="0" presId="urn:microsoft.com/office/officeart/2018/2/layout/IconVerticalSolidList"/>
    <dgm:cxn modelId="{97726D90-3454-4647-A345-215CCD59CB1F}" type="presParOf" srcId="{D6AB16E0-96E7-4447-B9C5-4821A32F9A5B}" destId="{37B34D1D-F480-4B81-9F97-EF0051E67C25}" srcOrd="0" destOrd="0" presId="urn:microsoft.com/office/officeart/2018/2/layout/IconVerticalSolidList"/>
    <dgm:cxn modelId="{FFC65F48-2224-404A-9ABF-87779B125902}" type="presParOf" srcId="{D6AB16E0-96E7-4447-B9C5-4821A32F9A5B}" destId="{D173973E-99D5-4422-BDF1-90CF1F48926B}" srcOrd="1" destOrd="0" presId="urn:microsoft.com/office/officeart/2018/2/layout/IconVerticalSolidList"/>
    <dgm:cxn modelId="{63FCF25C-4FC7-4363-9124-552565155661}" type="presParOf" srcId="{D6AB16E0-96E7-4447-B9C5-4821A32F9A5B}" destId="{0F42F4F3-5B91-4F3A-B0FB-8D806B155E37}" srcOrd="2" destOrd="0" presId="urn:microsoft.com/office/officeart/2018/2/layout/IconVerticalSolidList"/>
    <dgm:cxn modelId="{2FD10EC3-F908-450F-A2A5-95AE087A546D}" type="presParOf" srcId="{D6AB16E0-96E7-4447-B9C5-4821A32F9A5B}" destId="{0C612E02-5763-431A-A8BF-7A85AFCB91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5E5FCE0-0471-40F7-A9B1-98F9431BC4DE}" type="doc">
      <dgm:prSet loTypeId="urn:microsoft.com/office/officeart/2016/7/layout/VerticalHollowAction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6A83FA-0BCD-4144-9D8E-2E9F87E0B6A8}">
      <dgm:prSet/>
      <dgm:spPr/>
      <dgm:t>
        <a:bodyPr/>
        <a:lstStyle/>
        <a:p>
          <a:r>
            <a:rPr lang="en-US"/>
            <a:t>Integrate</a:t>
          </a:r>
        </a:p>
      </dgm:t>
    </dgm:pt>
    <dgm:pt modelId="{E021455F-3AE9-489C-9A94-931101B4D5C5}" type="parTrans" cxnId="{E4900241-3980-4B01-A6CD-63E4518CAA7E}">
      <dgm:prSet/>
      <dgm:spPr/>
      <dgm:t>
        <a:bodyPr/>
        <a:lstStyle/>
        <a:p>
          <a:endParaRPr lang="en-US"/>
        </a:p>
      </dgm:t>
    </dgm:pt>
    <dgm:pt modelId="{0DCAE9DF-7B06-4763-BFF0-E12AA2E3BF61}" type="sibTrans" cxnId="{E4900241-3980-4B01-A6CD-63E4518CAA7E}">
      <dgm:prSet/>
      <dgm:spPr/>
      <dgm:t>
        <a:bodyPr/>
        <a:lstStyle/>
        <a:p>
          <a:endParaRPr lang="en-US"/>
        </a:p>
      </dgm:t>
    </dgm:pt>
    <dgm:pt modelId="{0E1B0F04-3847-48B0-90F0-B55780FC8476}">
      <dgm:prSet/>
      <dgm:spPr/>
      <dgm:t>
        <a:bodyPr/>
        <a:lstStyle/>
        <a:p>
          <a:r>
            <a:rPr lang="en-US"/>
            <a:t>- Integrate with real datset by add more parameters</a:t>
          </a:r>
        </a:p>
      </dgm:t>
    </dgm:pt>
    <dgm:pt modelId="{1BD51302-E4B0-4B1A-B96D-231BE3E1B774}" type="parTrans" cxnId="{D4ADB638-291D-4EE6-A070-E31F2E48F16D}">
      <dgm:prSet/>
      <dgm:spPr/>
      <dgm:t>
        <a:bodyPr/>
        <a:lstStyle/>
        <a:p>
          <a:endParaRPr lang="en-US"/>
        </a:p>
      </dgm:t>
    </dgm:pt>
    <dgm:pt modelId="{AA797868-4D56-456B-99AB-A0C3AF01570F}" type="sibTrans" cxnId="{D4ADB638-291D-4EE6-A070-E31F2E48F16D}">
      <dgm:prSet/>
      <dgm:spPr/>
      <dgm:t>
        <a:bodyPr/>
        <a:lstStyle/>
        <a:p>
          <a:endParaRPr lang="en-US"/>
        </a:p>
      </dgm:t>
    </dgm:pt>
    <dgm:pt modelId="{A96C77FC-6700-421E-B7AC-7A9DBC01BAFD}">
      <dgm:prSet/>
      <dgm:spPr/>
      <dgm:t>
        <a:bodyPr/>
        <a:lstStyle/>
        <a:p>
          <a:r>
            <a:rPr lang="en-US"/>
            <a:t>Improve</a:t>
          </a:r>
        </a:p>
      </dgm:t>
    </dgm:pt>
    <dgm:pt modelId="{0A19268F-06CA-43B4-9CEF-DBFFA3185D2D}" type="parTrans" cxnId="{15090FDC-FA44-428F-953C-24F193E2C88A}">
      <dgm:prSet/>
      <dgm:spPr/>
      <dgm:t>
        <a:bodyPr/>
        <a:lstStyle/>
        <a:p>
          <a:endParaRPr lang="en-US"/>
        </a:p>
      </dgm:t>
    </dgm:pt>
    <dgm:pt modelId="{4476C2EA-54F9-447C-B164-372459753357}" type="sibTrans" cxnId="{15090FDC-FA44-428F-953C-24F193E2C88A}">
      <dgm:prSet/>
      <dgm:spPr/>
      <dgm:t>
        <a:bodyPr/>
        <a:lstStyle/>
        <a:p>
          <a:endParaRPr lang="en-US"/>
        </a:p>
      </dgm:t>
    </dgm:pt>
    <dgm:pt modelId="{1107E551-1576-4759-B5AC-1416D458A7F2}">
      <dgm:prSet/>
      <dgm:spPr/>
      <dgm:t>
        <a:bodyPr/>
        <a:lstStyle/>
        <a:p>
          <a:r>
            <a:rPr lang="en-US"/>
            <a:t>- Improve UI/UX</a:t>
          </a:r>
        </a:p>
      </dgm:t>
    </dgm:pt>
    <dgm:pt modelId="{B7F70BFC-2452-47E4-B8CE-0B88D9DADF8B}" type="parTrans" cxnId="{F75BF6BF-9058-41AC-9351-346E1338A2C1}">
      <dgm:prSet/>
      <dgm:spPr/>
      <dgm:t>
        <a:bodyPr/>
        <a:lstStyle/>
        <a:p>
          <a:endParaRPr lang="en-US"/>
        </a:p>
      </dgm:t>
    </dgm:pt>
    <dgm:pt modelId="{8D482D56-56FC-4DC4-B567-62D7DE92758F}" type="sibTrans" cxnId="{F75BF6BF-9058-41AC-9351-346E1338A2C1}">
      <dgm:prSet/>
      <dgm:spPr/>
      <dgm:t>
        <a:bodyPr/>
        <a:lstStyle/>
        <a:p>
          <a:endParaRPr lang="en-US"/>
        </a:p>
      </dgm:t>
    </dgm:pt>
    <dgm:pt modelId="{1687B92B-39FA-4F05-8B00-1BD565361C91}">
      <dgm:prSet/>
      <dgm:spPr/>
      <dgm:t>
        <a:bodyPr/>
        <a:lstStyle/>
        <a:p>
          <a:r>
            <a:rPr lang="en-US"/>
            <a:t>Add</a:t>
          </a:r>
        </a:p>
      </dgm:t>
    </dgm:pt>
    <dgm:pt modelId="{962C8873-F19D-4715-A0B2-87BE7D07F486}" type="parTrans" cxnId="{B7CBE973-621B-487D-BF0C-420A47CA4B37}">
      <dgm:prSet/>
      <dgm:spPr/>
      <dgm:t>
        <a:bodyPr/>
        <a:lstStyle/>
        <a:p>
          <a:endParaRPr lang="en-US"/>
        </a:p>
      </dgm:t>
    </dgm:pt>
    <dgm:pt modelId="{6BF1A889-E0E5-4056-B7A4-EC33BD00693E}" type="sibTrans" cxnId="{B7CBE973-621B-487D-BF0C-420A47CA4B37}">
      <dgm:prSet/>
      <dgm:spPr/>
      <dgm:t>
        <a:bodyPr/>
        <a:lstStyle/>
        <a:p>
          <a:endParaRPr lang="en-US"/>
        </a:p>
      </dgm:t>
    </dgm:pt>
    <dgm:pt modelId="{0AFE4575-2D2D-48AE-89AD-C52E06737B79}">
      <dgm:prSet/>
      <dgm:spPr/>
      <dgm:t>
        <a:bodyPr/>
        <a:lstStyle/>
        <a:p>
          <a:r>
            <a:rPr lang="en-US"/>
            <a:t>- Add detailed validation</a:t>
          </a:r>
        </a:p>
      </dgm:t>
    </dgm:pt>
    <dgm:pt modelId="{8B8A9772-AF83-4518-A9FA-913968B6AEA6}" type="parTrans" cxnId="{F81A58F0-F92D-435C-ADEF-BE5A4A84C7D2}">
      <dgm:prSet/>
      <dgm:spPr/>
      <dgm:t>
        <a:bodyPr/>
        <a:lstStyle/>
        <a:p>
          <a:endParaRPr lang="en-US"/>
        </a:p>
      </dgm:t>
    </dgm:pt>
    <dgm:pt modelId="{1C193001-3110-4C18-94BD-10871E0CF9A9}" type="sibTrans" cxnId="{F81A58F0-F92D-435C-ADEF-BE5A4A84C7D2}">
      <dgm:prSet/>
      <dgm:spPr/>
      <dgm:t>
        <a:bodyPr/>
        <a:lstStyle/>
        <a:p>
          <a:endParaRPr lang="en-US"/>
        </a:p>
      </dgm:t>
    </dgm:pt>
    <dgm:pt modelId="{8954BD18-76F5-474C-94CD-04A2578A85ED}" type="pres">
      <dgm:prSet presAssocID="{F5E5FCE0-0471-40F7-A9B1-98F9431BC4DE}" presName="Name0" presStyleCnt="0">
        <dgm:presLayoutVars>
          <dgm:dir/>
          <dgm:animLvl val="lvl"/>
          <dgm:resizeHandles val="exact"/>
        </dgm:presLayoutVars>
      </dgm:prSet>
      <dgm:spPr/>
    </dgm:pt>
    <dgm:pt modelId="{1D2EBD39-7F85-4EFD-8DD4-A9BF0B7036D4}" type="pres">
      <dgm:prSet presAssocID="{106A83FA-0BCD-4144-9D8E-2E9F87E0B6A8}" presName="linNode" presStyleCnt="0"/>
      <dgm:spPr/>
    </dgm:pt>
    <dgm:pt modelId="{431A2284-D8FA-4C20-BC6E-742081D7499B}" type="pres">
      <dgm:prSet presAssocID="{106A83FA-0BCD-4144-9D8E-2E9F87E0B6A8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5FBD7C1D-3710-4E63-879A-B9AF1FF1D652}" type="pres">
      <dgm:prSet presAssocID="{106A83FA-0BCD-4144-9D8E-2E9F87E0B6A8}" presName="descendantText" presStyleLbl="alignNode1" presStyleIdx="0" presStyleCnt="3">
        <dgm:presLayoutVars>
          <dgm:bulletEnabled/>
        </dgm:presLayoutVars>
      </dgm:prSet>
      <dgm:spPr/>
    </dgm:pt>
    <dgm:pt modelId="{B252B7C3-555B-4174-9290-7820E3C65DC5}" type="pres">
      <dgm:prSet presAssocID="{0DCAE9DF-7B06-4763-BFF0-E12AA2E3BF61}" presName="sp" presStyleCnt="0"/>
      <dgm:spPr/>
    </dgm:pt>
    <dgm:pt modelId="{A4573240-86CA-4D03-9C56-5DA51DBF289F}" type="pres">
      <dgm:prSet presAssocID="{A96C77FC-6700-421E-B7AC-7A9DBC01BAFD}" presName="linNode" presStyleCnt="0"/>
      <dgm:spPr/>
    </dgm:pt>
    <dgm:pt modelId="{1ECF3C66-4A37-4448-822D-C47B64F91703}" type="pres">
      <dgm:prSet presAssocID="{A96C77FC-6700-421E-B7AC-7A9DBC01BAFD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234768BA-B03D-441C-94F3-3E5C5F7E4032}" type="pres">
      <dgm:prSet presAssocID="{A96C77FC-6700-421E-B7AC-7A9DBC01BAFD}" presName="descendantText" presStyleLbl="alignNode1" presStyleIdx="1" presStyleCnt="3">
        <dgm:presLayoutVars>
          <dgm:bulletEnabled/>
        </dgm:presLayoutVars>
      </dgm:prSet>
      <dgm:spPr/>
    </dgm:pt>
    <dgm:pt modelId="{28AA237F-8A94-478D-92B3-999F700CEBC4}" type="pres">
      <dgm:prSet presAssocID="{4476C2EA-54F9-447C-B164-372459753357}" presName="sp" presStyleCnt="0"/>
      <dgm:spPr/>
    </dgm:pt>
    <dgm:pt modelId="{3D0B66D0-6263-4F6A-AAD3-E8059686ABF9}" type="pres">
      <dgm:prSet presAssocID="{1687B92B-39FA-4F05-8B00-1BD565361C91}" presName="linNode" presStyleCnt="0"/>
      <dgm:spPr/>
    </dgm:pt>
    <dgm:pt modelId="{66BC681B-927A-49C0-A7FC-8755186AFED0}" type="pres">
      <dgm:prSet presAssocID="{1687B92B-39FA-4F05-8B00-1BD565361C91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C236EC39-1268-43C3-8B2D-ECECE225F426}" type="pres">
      <dgm:prSet presAssocID="{1687B92B-39FA-4F05-8B00-1BD565361C91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611E680C-6F53-4A98-98F7-6B5FA2727B33}" type="presOf" srcId="{1687B92B-39FA-4F05-8B00-1BD565361C91}" destId="{66BC681B-927A-49C0-A7FC-8755186AFED0}" srcOrd="0" destOrd="0" presId="urn:microsoft.com/office/officeart/2016/7/layout/VerticalHollowActionList"/>
    <dgm:cxn modelId="{90C28F22-438C-436D-BB38-82D48CDAE6A5}" type="presOf" srcId="{0E1B0F04-3847-48B0-90F0-B55780FC8476}" destId="{5FBD7C1D-3710-4E63-879A-B9AF1FF1D652}" srcOrd="0" destOrd="0" presId="urn:microsoft.com/office/officeart/2016/7/layout/VerticalHollowActionList"/>
    <dgm:cxn modelId="{E0E4B231-0591-4BDC-8787-99F3E8141494}" type="presOf" srcId="{0AFE4575-2D2D-48AE-89AD-C52E06737B79}" destId="{C236EC39-1268-43C3-8B2D-ECECE225F426}" srcOrd="0" destOrd="0" presId="urn:microsoft.com/office/officeart/2016/7/layout/VerticalHollowActionList"/>
    <dgm:cxn modelId="{D4ADB638-291D-4EE6-A070-E31F2E48F16D}" srcId="{106A83FA-0BCD-4144-9D8E-2E9F87E0B6A8}" destId="{0E1B0F04-3847-48B0-90F0-B55780FC8476}" srcOrd="0" destOrd="0" parTransId="{1BD51302-E4B0-4B1A-B96D-231BE3E1B774}" sibTransId="{AA797868-4D56-456B-99AB-A0C3AF01570F}"/>
    <dgm:cxn modelId="{E4900241-3980-4B01-A6CD-63E4518CAA7E}" srcId="{F5E5FCE0-0471-40F7-A9B1-98F9431BC4DE}" destId="{106A83FA-0BCD-4144-9D8E-2E9F87E0B6A8}" srcOrd="0" destOrd="0" parTransId="{E021455F-3AE9-489C-9A94-931101B4D5C5}" sibTransId="{0DCAE9DF-7B06-4763-BFF0-E12AA2E3BF61}"/>
    <dgm:cxn modelId="{46417A6C-27F9-4EFB-B16C-75E4828E1FA4}" type="presOf" srcId="{A96C77FC-6700-421E-B7AC-7A9DBC01BAFD}" destId="{1ECF3C66-4A37-4448-822D-C47B64F91703}" srcOrd="0" destOrd="0" presId="urn:microsoft.com/office/officeart/2016/7/layout/VerticalHollowActionList"/>
    <dgm:cxn modelId="{B7CBE973-621B-487D-BF0C-420A47CA4B37}" srcId="{F5E5FCE0-0471-40F7-A9B1-98F9431BC4DE}" destId="{1687B92B-39FA-4F05-8B00-1BD565361C91}" srcOrd="2" destOrd="0" parTransId="{962C8873-F19D-4715-A0B2-87BE7D07F486}" sibTransId="{6BF1A889-E0E5-4056-B7A4-EC33BD00693E}"/>
    <dgm:cxn modelId="{A785CA85-8AD6-40E3-977E-AF2F0E23C5FD}" type="presOf" srcId="{F5E5FCE0-0471-40F7-A9B1-98F9431BC4DE}" destId="{8954BD18-76F5-474C-94CD-04A2578A85ED}" srcOrd="0" destOrd="0" presId="urn:microsoft.com/office/officeart/2016/7/layout/VerticalHollowActionList"/>
    <dgm:cxn modelId="{F75BF6BF-9058-41AC-9351-346E1338A2C1}" srcId="{A96C77FC-6700-421E-B7AC-7A9DBC01BAFD}" destId="{1107E551-1576-4759-B5AC-1416D458A7F2}" srcOrd="0" destOrd="0" parTransId="{B7F70BFC-2452-47E4-B8CE-0B88D9DADF8B}" sibTransId="{8D482D56-56FC-4DC4-B567-62D7DE92758F}"/>
    <dgm:cxn modelId="{15090FDC-FA44-428F-953C-24F193E2C88A}" srcId="{F5E5FCE0-0471-40F7-A9B1-98F9431BC4DE}" destId="{A96C77FC-6700-421E-B7AC-7A9DBC01BAFD}" srcOrd="1" destOrd="0" parTransId="{0A19268F-06CA-43B4-9CEF-DBFFA3185D2D}" sibTransId="{4476C2EA-54F9-447C-B164-372459753357}"/>
    <dgm:cxn modelId="{F0E0C1E1-325C-4544-8C46-D4E4492F7901}" type="presOf" srcId="{1107E551-1576-4759-B5AC-1416D458A7F2}" destId="{234768BA-B03D-441C-94F3-3E5C5F7E4032}" srcOrd="0" destOrd="0" presId="urn:microsoft.com/office/officeart/2016/7/layout/VerticalHollowActionList"/>
    <dgm:cxn modelId="{F81A58F0-F92D-435C-ADEF-BE5A4A84C7D2}" srcId="{1687B92B-39FA-4F05-8B00-1BD565361C91}" destId="{0AFE4575-2D2D-48AE-89AD-C52E06737B79}" srcOrd="0" destOrd="0" parTransId="{8B8A9772-AF83-4518-A9FA-913968B6AEA6}" sibTransId="{1C193001-3110-4C18-94BD-10871E0CF9A9}"/>
    <dgm:cxn modelId="{52AA43FF-3EC7-42DF-962A-43CC2D46FBEB}" type="presOf" srcId="{106A83FA-0BCD-4144-9D8E-2E9F87E0B6A8}" destId="{431A2284-D8FA-4C20-BC6E-742081D7499B}" srcOrd="0" destOrd="0" presId="urn:microsoft.com/office/officeart/2016/7/layout/VerticalHollowActionList"/>
    <dgm:cxn modelId="{59776C1C-8E6C-4627-99E3-DDDB4B063100}" type="presParOf" srcId="{8954BD18-76F5-474C-94CD-04A2578A85ED}" destId="{1D2EBD39-7F85-4EFD-8DD4-A9BF0B7036D4}" srcOrd="0" destOrd="0" presId="urn:microsoft.com/office/officeart/2016/7/layout/VerticalHollowActionList"/>
    <dgm:cxn modelId="{FDA16EDC-0D4C-4D05-8B81-7138C9704F26}" type="presParOf" srcId="{1D2EBD39-7F85-4EFD-8DD4-A9BF0B7036D4}" destId="{431A2284-D8FA-4C20-BC6E-742081D7499B}" srcOrd="0" destOrd="0" presId="urn:microsoft.com/office/officeart/2016/7/layout/VerticalHollowActionList"/>
    <dgm:cxn modelId="{9BB0869C-0F7E-4314-B158-C23AFD15CBDC}" type="presParOf" srcId="{1D2EBD39-7F85-4EFD-8DD4-A9BF0B7036D4}" destId="{5FBD7C1D-3710-4E63-879A-B9AF1FF1D652}" srcOrd="1" destOrd="0" presId="urn:microsoft.com/office/officeart/2016/7/layout/VerticalHollowActionList"/>
    <dgm:cxn modelId="{D80FD971-CC06-480B-B85B-92E530BD7CB8}" type="presParOf" srcId="{8954BD18-76F5-474C-94CD-04A2578A85ED}" destId="{B252B7C3-555B-4174-9290-7820E3C65DC5}" srcOrd="1" destOrd="0" presId="urn:microsoft.com/office/officeart/2016/7/layout/VerticalHollowActionList"/>
    <dgm:cxn modelId="{B040FCDB-1AB9-4C6D-9A95-FDAC921236CF}" type="presParOf" srcId="{8954BD18-76F5-474C-94CD-04A2578A85ED}" destId="{A4573240-86CA-4D03-9C56-5DA51DBF289F}" srcOrd="2" destOrd="0" presId="urn:microsoft.com/office/officeart/2016/7/layout/VerticalHollowActionList"/>
    <dgm:cxn modelId="{57BB5581-51DF-4FB4-8517-4F456D97AA00}" type="presParOf" srcId="{A4573240-86CA-4D03-9C56-5DA51DBF289F}" destId="{1ECF3C66-4A37-4448-822D-C47B64F91703}" srcOrd="0" destOrd="0" presId="urn:microsoft.com/office/officeart/2016/7/layout/VerticalHollowActionList"/>
    <dgm:cxn modelId="{067F9834-25FE-4752-A7BB-F299E7FAF044}" type="presParOf" srcId="{A4573240-86CA-4D03-9C56-5DA51DBF289F}" destId="{234768BA-B03D-441C-94F3-3E5C5F7E4032}" srcOrd="1" destOrd="0" presId="urn:microsoft.com/office/officeart/2016/7/layout/VerticalHollowActionList"/>
    <dgm:cxn modelId="{7CC0F4E5-12D7-4BB5-AF77-6CF2CF7242D2}" type="presParOf" srcId="{8954BD18-76F5-474C-94CD-04A2578A85ED}" destId="{28AA237F-8A94-478D-92B3-999F700CEBC4}" srcOrd="3" destOrd="0" presId="urn:microsoft.com/office/officeart/2016/7/layout/VerticalHollowActionList"/>
    <dgm:cxn modelId="{E515F451-9B2B-44AA-851D-A6A58BD22218}" type="presParOf" srcId="{8954BD18-76F5-474C-94CD-04A2578A85ED}" destId="{3D0B66D0-6263-4F6A-AAD3-E8059686ABF9}" srcOrd="4" destOrd="0" presId="urn:microsoft.com/office/officeart/2016/7/layout/VerticalHollowActionList"/>
    <dgm:cxn modelId="{8CC84632-CB2E-4539-8433-8D9A2186FDEA}" type="presParOf" srcId="{3D0B66D0-6263-4F6A-AAD3-E8059686ABF9}" destId="{66BC681B-927A-49C0-A7FC-8755186AFED0}" srcOrd="0" destOrd="0" presId="urn:microsoft.com/office/officeart/2016/7/layout/VerticalHollowActionList"/>
    <dgm:cxn modelId="{BC544140-D265-481B-9B7B-A1B27A710531}" type="presParOf" srcId="{3D0B66D0-6263-4F6A-AAD3-E8059686ABF9}" destId="{C236EC39-1268-43C3-8B2D-ECECE225F426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1A889-A032-40A2-9AD7-7D63025A1855}">
      <dsp:nvSpPr>
        <dsp:cNvPr id="0" name=""/>
        <dsp:cNvSpPr/>
      </dsp:nvSpPr>
      <dsp:spPr>
        <a:xfrm>
          <a:off x="0" y="174257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MediTrust is a healthcare risk screening prototype that:</a:t>
          </a:r>
        </a:p>
      </dsp:txBody>
      <dsp:txXfrm>
        <a:off x="23988" y="198245"/>
        <a:ext cx="6839413" cy="443423"/>
      </dsp:txXfrm>
    </dsp:sp>
    <dsp:sp modelId="{7EEB962A-EDA6-4741-8E15-7CB82E705FA8}">
      <dsp:nvSpPr>
        <dsp:cNvPr id="0" name=""/>
        <dsp:cNvSpPr/>
      </dsp:nvSpPr>
      <dsp:spPr>
        <a:xfrm>
          <a:off x="0" y="726137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Collects patient information</a:t>
          </a:r>
        </a:p>
      </dsp:txBody>
      <dsp:txXfrm>
        <a:off x="23988" y="750125"/>
        <a:ext cx="6839413" cy="443423"/>
      </dsp:txXfrm>
    </dsp:sp>
    <dsp:sp modelId="{CEAC6FB6-BCBD-445E-8999-A21989EAF05B}">
      <dsp:nvSpPr>
        <dsp:cNvPr id="0" name=""/>
        <dsp:cNvSpPr/>
      </dsp:nvSpPr>
      <dsp:spPr>
        <a:xfrm>
          <a:off x="0" y="1278017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Estimates preliminary health risk</a:t>
          </a:r>
        </a:p>
      </dsp:txBody>
      <dsp:txXfrm>
        <a:off x="23988" y="1302005"/>
        <a:ext cx="6839413" cy="443423"/>
      </dsp:txXfrm>
    </dsp:sp>
    <dsp:sp modelId="{A7EB071B-CDCA-4183-A9F2-BFC7179D0A4D}">
      <dsp:nvSpPr>
        <dsp:cNvPr id="0" name=""/>
        <dsp:cNvSpPr/>
      </dsp:nvSpPr>
      <dsp:spPr>
        <a:xfrm>
          <a:off x="0" y="1829897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Stores results </a:t>
          </a:r>
        </a:p>
      </dsp:txBody>
      <dsp:txXfrm>
        <a:off x="23988" y="1853885"/>
        <a:ext cx="6839413" cy="443423"/>
      </dsp:txXfrm>
    </dsp:sp>
    <dsp:sp modelId="{28BCB23D-89B2-4422-B293-2487D5EA13BE}">
      <dsp:nvSpPr>
        <dsp:cNvPr id="0" name=""/>
        <dsp:cNvSpPr/>
      </dsp:nvSpPr>
      <dsp:spPr>
        <a:xfrm>
          <a:off x="0" y="2381777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Implements authentication</a:t>
          </a:r>
        </a:p>
      </dsp:txBody>
      <dsp:txXfrm>
        <a:off x="23988" y="2405765"/>
        <a:ext cx="6839413" cy="443423"/>
      </dsp:txXfrm>
    </dsp:sp>
    <dsp:sp modelId="{C0F7970C-318C-4629-8EE9-1014F8252472}">
      <dsp:nvSpPr>
        <dsp:cNvPr id="0" name=""/>
        <dsp:cNvSpPr/>
      </dsp:nvSpPr>
      <dsp:spPr>
        <a:xfrm>
          <a:off x="0" y="2933658"/>
          <a:ext cx="6887389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Demonstrates full-stack integration</a:t>
          </a:r>
        </a:p>
      </dsp:txBody>
      <dsp:txXfrm>
        <a:off x="23988" y="2957646"/>
        <a:ext cx="6839413" cy="443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9F5A9-E9F5-449D-8EFD-73C300749714}">
      <dsp:nvSpPr>
        <dsp:cNvPr id="0" name=""/>
        <dsp:cNvSpPr/>
      </dsp:nvSpPr>
      <dsp:spPr>
        <a:xfrm>
          <a:off x="0" y="4358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BF853-B600-49AE-82B8-9F917614AA33}">
      <dsp:nvSpPr>
        <dsp:cNvPr id="0" name=""/>
        <dsp:cNvSpPr/>
      </dsp:nvSpPr>
      <dsp:spPr>
        <a:xfrm>
          <a:off x="280808" y="213224"/>
          <a:ext cx="510561" cy="510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4562F-3735-4FE8-B9A9-3A0CE14B2A72}">
      <dsp:nvSpPr>
        <dsp:cNvPr id="0" name=""/>
        <dsp:cNvSpPr/>
      </dsp:nvSpPr>
      <dsp:spPr>
        <a:xfrm>
          <a:off x="1072178" y="4358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Develop functional frontend prototype</a:t>
          </a:r>
        </a:p>
      </dsp:txBody>
      <dsp:txXfrm>
        <a:off x="1072178" y="4358"/>
        <a:ext cx="3623646" cy="928293"/>
      </dsp:txXfrm>
    </dsp:sp>
    <dsp:sp modelId="{9F5704D9-2443-4D88-9851-FFBA8F7CD2DB}">
      <dsp:nvSpPr>
        <dsp:cNvPr id="0" name=""/>
        <dsp:cNvSpPr/>
      </dsp:nvSpPr>
      <dsp:spPr>
        <a:xfrm>
          <a:off x="0" y="1164724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BA17C-36FD-4E3E-922C-A6BE60BA3D5D}">
      <dsp:nvSpPr>
        <dsp:cNvPr id="0" name=""/>
        <dsp:cNvSpPr/>
      </dsp:nvSpPr>
      <dsp:spPr>
        <a:xfrm>
          <a:off x="280808" y="1373590"/>
          <a:ext cx="510561" cy="510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78905-4FAF-4F49-B9EC-36E8A7C14318}">
      <dsp:nvSpPr>
        <dsp:cNvPr id="0" name=""/>
        <dsp:cNvSpPr/>
      </dsp:nvSpPr>
      <dsp:spPr>
        <a:xfrm>
          <a:off x="1072178" y="1164724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Implement REST API using FastAPI</a:t>
          </a:r>
        </a:p>
      </dsp:txBody>
      <dsp:txXfrm>
        <a:off x="1072178" y="1164724"/>
        <a:ext cx="3623646" cy="928293"/>
      </dsp:txXfrm>
    </dsp:sp>
    <dsp:sp modelId="{D01035C3-BC2E-4C03-B070-B21C8DC19C0A}">
      <dsp:nvSpPr>
        <dsp:cNvPr id="0" name=""/>
        <dsp:cNvSpPr/>
      </dsp:nvSpPr>
      <dsp:spPr>
        <a:xfrm>
          <a:off x="0" y="2325090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5F687-D178-4513-AE27-24C2923899A6}">
      <dsp:nvSpPr>
        <dsp:cNvPr id="0" name=""/>
        <dsp:cNvSpPr/>
      </dsp:nvSpPr>
      <dsp:spPr>
        <a:xfrm>
          <a:off x="280808" y="2533956"/>
          <a:ext cx="510561" cy="510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72569-E0F0-40CE-A765-404EFBBD69E6}">
      <dsp:nvSpPr>
        <dsp:cNvPr id="0" name=""/>
        <dsp:cNvSpPr/>
      </dsp:nvSpPr>
      <dsp:spPr>
        <a:xfrm>
          <a:off x="1072178" y="2325090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Connect backend to PostgreSQL (Docker)</a:t>
          </a:r>
        </a:p>
      </dsp:txBody>
      <dsp:txXfrm>
        <a:off x="1072178" y="2325090"/>
        <a:ext cx="3623646" cy="928293"/>
      </dsp:txXfrm>
    </dsp:sp>
    <dsp:sp modelId="{6007DD9D-B8DC-4D67-ADED-5B7932BF61FF}">
      <dsp:nvSpPr>
        <dsp:cNvPr id="0" name=""/>
        <dsp:cNvSpPr/>
      </dsp:nvSpPr>
      <dsp:spPr>
        <a:xfrm>
          <a:off x="0" y="3485457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11E2F-8556-4F26-9B28-C16BF4A97126}">
      <dsp:nvSpPr>
        <dsp:cNvPr id="0" name=""/>
        <dsp:cNvSpPr/>
      </dsp:nvSpPr>
      <dsp:spPr>
        <a:xfrm>
          <a:off x="280808" y="3694323"/>
          <a:ext cx="510561" cy="510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F8E1E-358B-440D-AA76-1EBBA2FBC9B1}">
      <dsp:nvSpPr>
        <dsp:cNvPr id="0" name=""/>
        <dsp:cNvSpPr/>
      </dsp:nvSpPr>
      <dsp:spPr>
        <a:xfrm>
          <a:off x="1072178" y="3485457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Implement secure user authentication</a:t>
          </a:r>
        </a:p>
      </dsp:txBody>
      <dsp:txXfrm>
        <a:off x="1072178" y="3485457"/>
        <a:ext cx="3623646" cy="928293"/>
      </dsp:txXfrm>
    </dsp:sp>
    <dsp:sp modelId="{6BB627C8-AB81-43D6-A502-12BCEDFF1491}">
      <dsp:nvSpPr>
        <dsp:cNvPr id="0" name=""/>
        <dsp:cNvSpPr/>
      </dsp:nvSpPr>
      <dsp:spPr>
        <a:xfrm>
          <a:off x="0" y="4645823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7CC08-EAB3-4FA9-AFB7-CB64723C4F9E}">
      <dsp:nvSpPr>
        <dsp:cNvPr id="0" name=""/>
        <dsp:cNvSpPr/>
      </dsp:nvSpPr>
      <dsp:spPr>
        <a:xfrm>
          <a:off x="280808" y="4854689"/>
          <a:ext cx="510561" cy="5105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3B5A9-7F31-44A9-AD1D-9DEA998E02E7}">
      <dsp:nvSpPr>
        <dsp:cNvPr id="0" name=""/>
        <dsp:cNvSpPr/>
      </dsp:nvSpPr>
      <dsp:spPr>
        <a:xfrm>
          <a:off x="1072178" y="4645823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Store assessment results</a:t>
          </a:r>
        </a:p>
      </dsp:txBody>
      <dsp:txXfrm>
        <a:off x="1072178" y="4645823"/>
        <a:ext cx="3623646" cy="9282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6C04E-1472-4DC1-9FF6-0A8E71A6ABDD}">
      <dsp:nvSpPr>
        <dsp:cNvPr id="0" name=""/>
        <dsp:cNvSpPr/>
      </dsp:nvSpPr>
      <dsp:spPr>
        <a:xfrm>
          <a:off x="0" y="2235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1A307-9DA6-4804-8859-C1525152350E}">
      <dsp:nvSpPr>
        <dsp:cNvPr id="0" name=""/>
        <dsp:cNvSpPr/>
      </dsp:nvSpPr>
      <dsp:spPr>
        <a:xfrm>
          <a:off x="342677" y="257119"/>
          <a:ext cx="623049" cy="623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8CF0F-C4A7-4813-9E9B-52C4DA644C15}">
      <dsp:nvSpPr>
        <dsp:cNvPr id="0" name=""/>
        <dsp:cNvSpPr/>
      </dsp:nvSpPr>
      <dsp:spPr>
        <a:xfrm>
          <a:off x="1308404" y="2235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Frontend (HTML + JS) → FastAPI Backend → PostgreSQL Database (Docker)</a:t>
          </a:r>
        </a:p>
      </dsp:txBody>
      <dsp:txXfrm>
        <a:off x="1308404" y="2235"/>
        <a:ext cx="3158339" cy="1132817"/>
      </dsp:txXfrm>
    </dsp:sp>
    <dsp:sp modelId="{8275E663-48F6-4794-9200-769AE0BE0867}">
      <dsp:nvSpPr>
        <dsp:cNvPr id="0" name=""/>
        <dsp:cNvSpPr/>
      </dsp:nvSpPr>
      <dsp:spPr>
        <a:xfrm>
          <a:off x="0" y="1418257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86FD3-1BE7-41E9-8164-9C92B43B5672}">
      <dsp:nvSpPr>
        <dsp:cNvPr id="0" name=""/>
        <dsp:cNvSpPr/>
      </dsp:nvSpPr>
      <dsp:spPr>
        <a:xfrm>
          <a:off x="342677" y="1673141"/>
          <a:ext cx="623049" cy="623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DC5A8-9246-4082-B263-79C8237336B0}">
      <dsp:nvSpPr>
        <dsp:cNvPr id="0" name=""/>
        <dsp:cNvSpPr/>
      </dsp:nvSpPr>
      <dsp:spPr>
        <a:xfrm>
          <a:off x="1308404" y="1418257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principle:</a:t>
          </a:r>
        </a:p>
      </dsp:txBody>
      <dsp:txXfrm>
        <a:off x="1308404" y="1418257"/>
        <a:ext cx="3158339" cy="1132817"/>
      </dsp:txXfrm>
    </dsp:sp>
    <dsp:sp modelId="{D8B5E897-295D-4BFF-B1AF-AA730B01B52D}">
      <dsp:nvSpPr>
        <dsp:cNvPr id="0" name=""/>
        <dsp:cNvSpPr/>
      </dsp:nvSpPr>
      <dsp:spPr>
        <a:xfrm>
          <a:off x="0" y="2834279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D5A8D-2E6C-4F56-A6EF-015ECA22CF4A}">
      <dsp:nvSpPr>
        <dsp:cNvPr id="0" name=""/>
        <dsp:cNvSpPr/>
      </dsp:nvSpPr>
      <dsp:spPr>
        <a:xfrm>
          <a:off x="342677" y="3089163"/>
          <a:ext cx="623049" cy="623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29BF4-1D00-49CD-9C03-5C29C256A5F6}">
      <dsp:nvSpPr>
        <dsp:cNvPr id="0" name=""/>
        <dsp:cNvSpPr/>
      </dsp:nvSpPr>
      <dsp:spPr>
        <a:xfrm>
          <a:off x="1308404" y="2834279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Browser cannot directly access database</a:t>
          </a:r>
        </a:p>
      </dsp:txBody>
      <dsp:txXfrm>
        <a:off x="1308404" y="2834279"/>
        <a:ext cx="3158339" cy="1132817"/>
      </dsp:txXfrm>
    </dsp:sp>
    <dsp:sp modelId="{24EBEDAA-8956-4422-A3F6-4361A96A421E}">
      <dsp:nvSpPr>
        <dsp:cNvPr id="0" name=""/>
        <dsp:cNvSpPr/>
      </dsp:nvSpPr>
      <dsp:spPr>
        <a:xfrm>
          <a:off x="0" y="4250301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564F4-7FE0-497B-8C1B-15D991935459}">
      <dsp:nvSpPr>
        <dsp:cNvPr id="0" name=""/>
        <dsp:cNvSpPr/>
      </dsp:nvSpPr>
      <dsp:spPr>
        <a:xfrm>
          <a:off x="342677" y="4505185"/>
          <a:ext cx="623049" cy="6230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FE4CD-8C73-4D7F-AB1B-A8C7A675D7D0}">
      <dsp:nvSpPr>
        <dsp:cNvPr id="0" name=""/>
        <dsp:cNvSpPr/>
      </dsp:nvSpPr>
      <dsp:spPr>
        <a:xfrm>
          <a:off x="1308404" y="4250301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All communication flows through backend API</a:t>
          </a:r>
        </a:p>
      </dsp:txBody>
      <dsp:txXfrm>
        <a:off x="1308404" y="4250301"/>
        <a:ext cx="3158339" cy="11328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37589-269C-4E61-A081-05C11514B148}">
      <dsp:nvSpPr>
        <dsp:cNvPr id="0" name=""/>
        <dsp:cNvSpPr/>
      </dsp:nvSpPr>
      <dsp:spPr>
        <a:xfrm>
          <a:off x="0" y="1742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8B582-1DFC-4B6E-8B15-C1EF41DEE566}">
      <dsp:nvSpPr>
        <dsp:cNvPr id="0" name=""/>
        <dsp:cNvSpPr/>
      </dsp:nvSpPr>
      <dsp:spPr>
        <a:xfrm>
          <a:off x="224553" y="168765"/>
          <a:ext cx="408279" cy="4082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5E8D1-B7FB-4A7C-923D-B87237CDB706}">
      <dsp:nvSpPr>
        <dsp:cNvPr id="0" name=""/>
        <dsp:cNvSpPr/>
      </dsp:nvSpPr>
      <dsp:spPr>
        <a:xfrm>
          <a:off x="857387" y="1742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Technologies: HTML, CSS, JavaScript, VS Code Live Server</a:t>
          </a:r>
        </a:p>
      </dsp:txBody>
      <dsp:txXfrm>
        <a:off x="857387" y="1742"/>
        <a:ext cx="3609356" cy="742326"/>
      </dsp:txXfrm>
    </dsp:sp>
    <dsp:sp modelId="{7F40D229-9669-46C9-9DF8-699AEF889170}">
      <dsp:nvSpPr>
        <dsp:cNvPr id="0" name=""/>
        <dsp:cNvSpPr/>
      </dsp:nvSpPr>
      <dsp:spPr>
        <a:xfrm>
          <a:off x="0" y="929650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69122-8F56-4328-B601-338D5B05D535}">
      <dsp:nvSpPr>
        <dsp:cNvPr id="0" name=""/>
        <dsp:cNvSpPr/>
      </dsp:nvSpPr>
      <dsp:spPr>
        <a:xfrm>
          <a:off x="224553" y="1096674"/>
          <a:ext cx="408279" cy="4082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D66F7-A60B-45AB-95C7-0279885FDC4C}">
      <dsp:nvSpPr>
        <dsp:cNvPr id="0" name=""/>
        <dsp:cNvSpPr/>
      </dsp:nvSpPr>
      <dsp:spPr>
        <a:xfrm>
          <a:off x="857387" y="929650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Pages:</a:t>
          </a:r>
        </a:p>
      </dsp:txBody>
      <dsp:txXfrm>
        <a:off x="857387" y="929650"/>
        <a:ext cx="3609356" cy="742326"/>
      </dsp:txXfrm>
    </dsp:sp>
    <dsp:sp modelId="{221A0319-5C2F-41EA-A9D9-01AAD49BC166}">
      <dsp:nvSpPr>
        <dsp:cNvPr id="0" name=""/>
        <dsp:cNvSpPr/>
      </dsp:nvSpPr>
      <dsp:spPr>
        <a:xfrm>
          <a:off x="0" y="1857559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DBF18-FA63-4E42-B89F-35CDD9B41BC0}">
      <dsp:nvSpPr>
        <dsp:cNvPr id="0" name=""/>
        <dsp:cNvSpPr/>
      </dsp:nvSpPr>
      <dsp:spPr>
        <a:xfrm>
          <a:off x="224553" y="2024582"/>
          <a:ext cx="408279" cy="4082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89974-21BF-41CD-8403-3E6C1EC82D25}">
      <dsp:nvSpPr>
        <dsp:cNvPr id="0" name=""/>
        <dsp:cNvSpPr/>
      </dsp:nvSpPr>
      <dsp:spPr>
        <a:xfrm>
          <a:off x="857387" y="1857559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index.html (Login)</a:t>
          </a:r>
        </a:p>
      </dsp:txBody>
      <dsp:txXfrm>
        <a:off x="857387" y="1857559"/>
        <a:ext cx="3609356" cy="742326"/>
      </dsp:txXfrm>
    </dsp:sp>
    <dsp:sp modelId="{59BEB862-FDDE-48AC-9C53-829A9047CF5C}">
      <dsp:nvSpPr>
        <dsp:cNvPr id="0" name=""/>
        <dsp:cNvSpPr/>
      </dsp:nvSpPr>
      <dsp:spPr>
        <a:xfrm>
          <a:off x="0" y="2797738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17688-2886-436F-885E-113B35609E48}">
      <dsp:nvSpPr>
        <dsp:cNvPr id="0" name=""/>
        <dsp:cNvSpPr/>
      </dsp:nvSpPr>
      <dsp:spPr>
        <a:xfrm>
          <a:off x="224553" y="2952491"/>
          <a:ext cx="408279" cy="4082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74708-269B-44AC-9A6A-361A0174BA1B}">
      <dsp:nvSpPr>
        <dsp:cNvPr id="0" name=""/>
        <dsp:cNvSpPr/>
      </dsp:nvSpPr>
      <dsp:spPr>
        <a:xfrm>
          <a:off x="857387" y="2785467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 signup.html (Register)</a:t>
          </a:r>
        </a:p>
      </dsp:txBody>
      <dsp:txXfrm>
        <a:off x="857387" y="2785467"/>
        <a:ext cx="3609356" cy="742326"/>
      </dsp:txXfrm>
    </dsp:sp>
    <dsp:sp modelId="{A5576596-6B70-40E8-A19A-D5C3DBBFE7FF}">
      <dsp:nvSpPr>
        <dsp:cNvPr id="0" name=""/>
        <dsp:cNvSpPr/>
      </dsp:nvSpPr>
      <dsp:spPr>
        <a:xfrm>
          <a:off x="0" y="3713376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5E49F-B008-48C2-A9F7-5BBFCF0C53C2}">
      <dsp:nvSpPr>
        <dsp:cNvPr id="0" name=""/>
        <dsp:cNvSpPr/>
      </dsp:nvSpPr>
      <dsp:spPr>
        <a:xfrm>
          <a:off x="224553" y="3880399"/>
          <a:ext cx="408279" cy="4082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0D48D-83BA-440A-9647-ABDE6CFAD456}">
      <dsp:nvSpPr>
        <dsp:cNvPr id="0" name=""/>
        <dsp:cNvSpPr/>
      </dsp:nvSpPr>
      <dsp:spPr>
        <a:xfrm>
          <a:off x="857387" y="3713376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meditrust.html (Risk Assessment)</a:t>
          </a:r>
        </a:p>
      </dsp:txBody>
      <dsp:txXfrm>
        <a:off x="857387" y="3713376"/>
        <a:ext cx="3609356" cy="742326"/>
      </dsp:txXfrm>
    </dsp:sp>
    <dsp:sp modelId="{8CAC1A19-D9B0-4C03-9E7F-B30DA19BFACE}">
      <dsp:nvSpPr>
        <dsp:cNvPr id="0" name=""/>
        <dsp:cNvSpPr/>
      </dsp:nvSpPr>
      <dsp:spPr>
        <a:xfrm>
          <a:off x="0" y="4641285"/>
          <a:ext cx="4466744" cy="742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C9B37-4905-42DF-AFBE-65AC8B37CF16}">
      <dsp:nvSpPr>
        <dsp:cNvPr id="0" name=""/>
        <dsp:cNvSpPr/>
      </dsp:nvSpPr>
      <dsp:spPr>
        <a:xfrm>
          <a:off x="224553" y="4808308"/>
          <a:ext cx="408279" cy="4082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E822A-2EF4-49C0-BB85-CD23081910D6}">
      <dsp:nvSpPr>
        <dsp:cNvPr id="0" name=""/>
        <dsp:cNvSpPr/>
      </dsp:nvSpPr>
      <dsp:spPr>
        <a:xfrm>
          <a:off x="857387" y="4641285"/>
          <a:ext cx="3609356" cy="742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63" tIns="78563" rIns="78563" bIns="7856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Communication via Fetch API</a:t>
          </a:r>
        </a:p>
      </dsp:txBody>
      <dsp:txXfrm>
        <a:off x="857387" y="4641285"/>
        <a:ext cx="3609356" cy="7423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3F3C0-709A-42F3-A071-A0A15AE88688}">
      <dsp:nvSpPr>
        <dsp:cNvPr id="0" name=""/>
        <dsp:cNvSpPr/>
      </dsp:nvSpPr>
      <dsp:spPr>
        <a:xfrm>
          <a:off x="0" y="4207"/>
          <a:ext cx="4466744" cy="896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F48E0-46C5-4350-A5D3-32FEE0FE203A}">
      <dsp:nvSpPr>
        <dsp:cNvPr id="0" name=""/>
        <dsp:cNvSpPr/>
      </dsp:nvSpPr>
      <dsp:spPr>
        <a:xfrm>
          <a:off x="271087" y="205842"/>
          <a:ext cx="492886" cy="4928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B0D21-5D5D-4464-AF97-10454DBA209A}">
      <dsp:nvSpPr>
        <dsp:cNvPr id="0" name=""/>
        <dsp:cNvSpPr/>
      </dsp:nvSpPr>
      <dsp:spPr>
        <a:xfrm>
          <a:off x="1035060" y="4207"/>
          <a:ext cx="3431683" cy="89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843" tIns="94843" rIns="94843" bIns="948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Password hashing with bcrypt</a:t>
          </a:r>
        </a:p>
      </dsp:txBody>
      <dsp:txXfrm>
        <a:off x="1035060" y="4207"/>
        <a:ext cx="3431683" cy="896156"/>
      </dsp:txXfrm>
    </dsp:sp>
    <dsp:sp modelId="{93C4AB82-953C-409F-88D4-F5A5F5701068}">
      <dsp:nvSpPr>
        <dsp:cNvPr id="0" name=""/>
        <dsp:cNvSpPr/>
      </dsp:nvSpPr>
      <dsp:spPr>
        <a:xfrm>
          <a:off x="0" y="1124403"/>
          <a:ext cx="4466744" cy="896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63128-091E-4E97-9AB6-6A514AF22FF0}">
      <dsp:nvSpPr>
        <dsp:cNvPr id="0" name=""/>
        <dsp:cNvSpPr/>
      </dsp:nvSpPr>
      <dsp:spPr>
        <a:xfrm>
          <a:off x="271087" y="1326038"/>
          <a:ext cx="492886" cy="4928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AAF64-DF52-4B19-876E-FE047B4E2A41}">
      <dsp:nvSpPr>
        <dsp:cNvPr id="0" name=""/>
        <dsp:cNvSpPr/>
      </dsp:nvSpPr>
      <dsp:spPr>
        <a:xfrm>
          <a:off x="1035060" y="1124403"/>
          <a:ext cx="3431683" cy="89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843" tIns="94843" rIns="94843" bIns="948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No plain-text password storage</a:t>
          </a:r>
        </a:p>
      </dsp:txBody>
      <dsp:txXfrm>
        <a:off x="1035060" y="1124403"/>
        <a:ext cx="3431683" cy="896156"/>
      </dsp:txXfrm>
    </dsp:sp>
    <dsp:sp modelId="{B5F9710E-C288-42B4-A8BD-99435FF1D276}">
      <dsp:nvSpPr>
        <dsp:cNvPr id="0" name=""/>
        <dsp:cNvSpPr/>
      </dsp:nvSpPr>
      <dsp:spPr>
        <a:xfrm>
          <a:off x="0" y="2244598"/>
          <a:ext cx="4466744" cy="896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4F4A9-EF3B-4A72-854F-DEED83BE0769}">
      <dsp:nvSpPr>
        <dsp:cNvPr id="0" name=""/>
        <dsp:cNvSpPr/>
      </dsp:nvSpPr>
      <dsp:spPr>
        <a:xfrm>
          <a:off x="271087" y="2446233"/>
          <a:ext cx="492886" cy="4928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47351-F7CD-4AD3-AFA3-3DC1560688CE}">
      <dsp:nvSpPr>
        <dsp:cNvPr id="0" name=""/>
        <dsp:cNvSpPr/>
      </dsp:nvSpPr>
      <dsp:spPr>
        <a:xfrm>
          <a:off x="1035060" y="2244598"/>
          <a:ext cx="3431683" cy="89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843" tIns="94843" rIns="94843" bIns="948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Email uniqueness enforced</a:t>
          </a:r>
        </a:p>
      </dsp:txBody>
      <dsp:txXfrm>
        <a:off x="1035060" y="2244598"/>
        <a:ext cx="3431683" cy="896156"/>
      </dsp:txXfrm>
    </dsp:sp>
    <dsp:sp modelId="{ABDEE164-E83C-4C54-9066-F9C6EC24070B}">
      <dsp:nvSpPr>
        <dsp:cNvPr id="0" name=""/>
        <dsp:cNvSpPr/>
      </dsp:nvSpPr>
      <dsp:spPr>
        <a:xfrm>
          <a:off x="0" y="3364794"/>
          <a:ext cx="4466744" cy="896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52152-D859-48F0-AC7B-396EFA32CBD4}">
      <dsp:nvSpPr>
        <dsp:cNvPr id="0" name=""/>
        <dsp:cNvSpPr/>
      </dsp:nvSpPr>
      <dsp:spPr>
        <a:xfrm>
          <a:off x="271087" y="3566429"/>
          <a:ext cx="492886" cy="4928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52457-65F5-499B-A3EF-7263AEAF7DFE}">
      <dsp:nvSpPr>
        <dsp:cNvPr id="0" name=""/>
        <dsp:cNvSpPr/>
      </dsp:nvSpPr>
      <dsp:spPr>
        <a:xfrm>
          <a:off x="1035060" y="3364794"/>
          <a:ext cx="3431683" cy="89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843" tIns="94843" rIns="94843" bIns="948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Backend validation before DB insert</a:t>
          </a:r>
        </a:p>
      </dsp:txBody>
      <dsp:txXfrm>
        <a:off x="1035060" y="3364794"/>
        <a:ext cx="3431683" cy="896156"/>
      </dsp:txXfrm>
    </dsp:sp>
    <dsp:sp modelId="{FD94033F-1588-483F-9010-774BB4419517}">
      <dsp:nvSpPr>
        <dsp:cNvPr id="0" name=""/>
        <dsp:cNvSpPr/>
      </dsp:nvSpPr>
      <dsp:spPr>
        <a:xfrm>
          <a:off x="0" y="4484990"/>
          <a:ext cx="4466744" cy="896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4FD07-2D59-4881-984D-274ADBE33538}">
      <dsp:nvSpPr>
        <dsp:cNvPr id="0" name=""/>
        <dsp:cNvSpPr/>
      </dsp:nvSpPr>
      <dsp:spPr>
        <a:xfrm>
          <a:off x="271087" y="4686625"/>
          <a:ext cx="492886" cy="4928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FCB46-6CA1-40B6-847D-146E0085C87A}">
      <dsp:nvSpPr>
        <dsp:cNvPr id="0" name=""/>
        <dsp:cNvSpPr/>
      </dsp:nvSpPr>
      <dsp:spPr>
        <a:xfrm>
          <a:off x="1035060" y="4484990"/>
          <a:ext cx="3431683" cy="89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843" tIns="94843" rIns="94843" bIns="948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CORS configured for controlled access</a:t>
          </a:r>
        </a:p>
      </dsp:txBody>
      <dsp:txXfrm>
        <a:off x="1035060" y="4484990"/>
        <a:ext cx="3431683" cy="8961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4B5D5-067B-499A-AD7A-2BC3644349F6}">
      <dsp:nvSpPr>
        <dsp:cNvPr id="0" name=""/>
        <dsp:cNvSpPr/>
      </dsp:nvSpPr>
      <dsp:spPr>
        <a:xfrm>
          <a:off x="0" y="2235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F3788-149A-45E9-99C0-5A5A52514E85}">
      <dsp:nvSpPr>
        <dsp:cNvPr id="0" name=""/>
        <dsp:cNvSpPr/>
      </dsp:nvSpPr>
      <dsp:spPr>
        <a:xfrm>
          <a:off x="342677" y="257119"/>
          <a:ext cx="623049" cy="623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82232-0AE7-4CF2-B64D-862A8C9300EC}">
      <dsp:nvSpPr>
        <dsp:cNvPr id="0" name=""/>
        <dsp:cNvSpPr/>
      </dsp:nvSpPr>
      <dsp:spPr>
        <a:xfrm>
          <a:off x="1308404" y="2235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Full-stack working prototype</a:t>
          </a:r>
        </a:p>
      </dsp:txBody>
      <dsp:txXfrm>
        <a:off x="1308404" y="2235"/>
        <a:ext cx="3158339" cy="1132817"/>
      </dsp:txXfrm>
    </dsp:sp>
    <dsp:sp modelId="{E116F37C-BE57-4951-A8B2-BE295733D1BF}">
      <dsp:nvSpPr>
        <dsp:cNvPr id="0" name=""/>
        <dsp:cNvSpPr/>
      </dsp:nvSpPr>
      <dsp:spPr>
        <a:xfrm>
          <a:off x="0" y="1418257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D4FB9-13E6-4401-9485-BACAF067EAC4}">
      <dsp:nvSpPr>
        <dsp:cNvPr id="0" name=""/>
        <dsp:cNvSpPr/>
      </dsp:nvSpPr>
      <dsp:spPr>
        <a:xfrm>
          <a:off x="342677" y="1673141"/>
          <a:ext cx="623049" cy="623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9009C-8EFF-4E17-AC45-915E7DB2E2CC}">
      <dsp:nvSpPr>
        <dsp:cNvPr id="0" name=""/>
        <dsp:cNvSpPr/>
      </dsp:nvSpPr>
      <dsp:spPr>
        <a:xfrm>
          <a:off x="1308404" y="1418257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Secure authentication system</a:t>
          </a:r>
        </a:p>
      </dsp:txBody>
      <dsp:txXfrm>
        <a:off x="1308404" y="1418257"/>
        <a:ext cx="3158339" cy="1132817"/>
      </dsp:txXfrm>
    </dsp:sp>
    <dsp:sp modelId="{D5AA56AB-337C-44D5-BE8A-36919CE13D2A}">
      <dsp:nvSpPr>
        <dsp:cNvPr id="0" name=""/>
        <dsp:cNvSpPr/>
      </dsp:nvSpPr>
      <dsp:spPr>
        <a:xfrm>
          <a:off x="0" y="2834279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98BFA-DFD4-4AAB-A048-BE59914F25A0}">
      <dsp:nvSpPr>
        <dsp:cNvPr id="0" name=""/>
        <dsp:cNvSpPr/>
      </dsp:nvSpPr>
      <dsp:spPr>
        <a:xfrm>
          <a:off x="342677" y="3089163"/>
          <a:ext cx="623049" cy="623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8A2E4-9280-4F0F-9F09-3BFBE5CDBFA2}">
      <dsp:nvSpPr>
        <dsp:cNvPr id="0" name=""/>
        <dsp:cNvSpPr/>
      </dsp:nvSpPr>
      <dsp:spPr>
        <a:xfrm>
          <a:off x="1308404" y="2834279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Docker-based PostgreSQL integration</a:t>
          </a:r>
        </a:p>
      </dsp:txBody>
      <dsp:txXfrm>
        <a:off x="1308404" y="2834279"/>
        <a:ext cx="3158339" cy="1132817"/>
      </dsp:txXfrm>
    </dsp:sp>
    <dsp:sp modelId="{37B34D1D-F480-4B81-9F97-EF0051E67C25}">
      <dsp:nvSpPr>
        <dsp:cNvPr id="0" name=""/>
        <dsp:cNvSpPr/>
      </dsp:nvSpPr>
      <dsp:spPr>
        <a:xfrm>
          <a:off x="0" y="4250301"/>
          <a:ext cx="4466744" cy="1132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3973E-99D5-4422-BDF1-90CF1F48926B}">
      <dsp:nvSpPr>
        <dsp:cNvPr id="0" name=""/>
        <dsp:cNvSpPr/>
      </dsp:nvSpPr>
      <dsp:spPr>
        <a:xfrm>
          <a:off x="342677" y="4505185"/>
          <a:ext cx="623049" cy="6230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12E02-5763-431A-A8BF-7A85AFCB9113}">
      <dsp:nvSpPr>
        <dsp:cNvPr id="0" name=""/>
        <dsp:cNvSpPr/>
      </dsp:nvSpPr>
      <dsp:spPr>
        <a:xfrm>
          <a:off x="1308404" y="4250301"/>
          <a:ext cx="3158339" cy="113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90" tIns="119890" rIns="119890" bIns="1198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Swagger API documentation</a:t>
          </a:r>
        </a:p>
      </dsp:txBody>
      <dsp:txXfrm>
        <a:off x="1308404" y="4250301"/>
        <a:ext cx="3158339" cy="11328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D7C1D-3710-4E63-879A-B9AF1FF1D652}">
      <dsp:nvSpPr>
        <dsp:cNvPr id="0" name=""/>
        <dsp:cNvSpPr/>
      </dsp:nvSpPr>
      <dsp:spPr>
        <a:xfrm>
          <a:off x="939165" y="1743"/>
          <a:ext cx="3756660" cy="17868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890" tIns="453861" rIns="72890" bIns="45386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Integrate with real datset by add more parameters</a:t>
          </a:r>
        </a:p>
      </dsp:txBody>
      <dsp:txXfrm>
        <a:off x="939165" y="1743"/>
        <a:ext cx="3756660" cy="1786855"/>
      </dsp:txXfrm>
    </dsp:sp>
    <dsp:sp modelId="{431A2284-D8FA-4C20-BC6E-742081D7499B}">
      <dsp:nvSpPr>
        <dsp:cNvPr id="0" name=""/>
        <dsp:cNvSpPr/>
      </dsp:nvSpPr>
      <dsp:spPr>
        <a:xfrm>
          <a:off x="0" y="1743"/>
          <a:ext cx="939165" cy="1786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697" tIns="176502" rIns="49697" bIns="17650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Integrate</a:t>
          </a:r>
        </a:p>
      </dsp:txBody>
      <dsp:txXfrm>
        <a:off x="0" y="1743"/>
        <a:ext cx="939165" cy="1786855"/>
      </dsp:txXfrm>
    </dsp:sp>
    <dsp:sp modelId="{234768BA-B03D-441C-94F3-3E5C5F7E4032}">
      <dsp:nvSpPr>
        <dsp:cNvPr id="0" name=""/>
        <dsp:cNvSpPr/>
      </dsp:nvSpPr>
      <dsp:spPr>
        <a:xfrm>
          <a:off x="939165" y="1895809"/>
          <a:ext cx="3756660" cy="178685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890" tIns="453861" rIns="72890" bIns="45386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Improve UI/UX</a:t>
          </a:r>
        </a:p>
      </dsp:txBody>
      <dsp:txXfrm>
        <a:off x="939165" y="1895809"/>
        <a:ext cx="3756660" cy="1786855"/>
      </dsp:txXfrm>
    </dsp:sp>
    <dsp:sp modelId="{1ECF3C66-4A37-4448-822D-C47B64F91703}">
      <dsp:nvSpPr>
        <dsp:cNvPr id="0" name=""/>
        <dsp:cNvSpPr/>
      </dsp:nvSpPr>
      <dsp:spPr>
        <a:xfrm>
          <a:off x="0" y="1895809"/>
          <a:ext cx="939165" cy="1786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697" tIns="176502" rIns="49697" bIns="17650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</a:t>
          </a:r>
        </a:p>
      </dsp:txBody>
      <dsp:txXfrm>
        <a:off x="0" y="1895809"/>
        <a:ext cx="939165" cy="1786855"/>
      </dsp:txXfrm>
    </dsp:sp>
    <dsp:sp modelId="{C236EC39-1268-43C3-8B2D-ECECE225F426}">
      <dsp:nvSpPr>
        <dsp:cNvPr id="0" name=""/>
        <dsp:cNvSpPr/>
      </dsp:nvSpPr>
      <dsp:spPr>
        <a:xfrm>
          <a:off x="939165" y="3789876"/>
          <a:ext cx="3756660" cy="178685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890" tIns="453861" rIns="72890" bIns="45386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Add detailed validation</a:t>
          </a:r>
        </a:p>
      </dsp:txBody>
      <dsp:txXfrm>
        <a:off x="939165" y="3789876"/>
        <a:ext cx="3756660" cy="1786855"/>
      </dsp:txXfrm>
    </dsp:sp>
    <dsp:sp modelId="{66BC681B-927A-49C0-A7FC-8755186AFED0}">
      <dsp:nvSpPr>
        <dsp:cNvPr id="0" name=""/>
        <dsp:cNvSpPr/>
      </dsp:nvSpPr>
      <dsp:spPr>
        <a:xfrm>
          <a:off x="0" y="3789876"/>
          <a:ext cx="939165" cy="1786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697" tIns="176502" rIns="49697" bIns="17650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</a:t>
          </a:r>
        </a:p>
      </dsp:txBody>
      <dsp:txXfrm>
        <a:off x="0" y="3789876"/>
        <a:ext cx="939165" cy="1786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4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3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4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1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8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4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9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4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5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54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91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4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63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1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22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53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MediTrust</a:t>
            </a:r>
            <a:r>
              <a:rPr dirty="0"/>
              <a:t> – Sprint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Healthcare Risk Screening Prototype</a:t>
            </a:r>
          </a:p>
          <a:p>
            <a:endParaRPr dirty="0"/>
          </a:p>
          <a:p>
            <a:r>
              <a:rPr dirty="0"/>
              <a:t>Team Members:</a:t>
            </a:r>
          </a:p>
          <a:p>
            <a:pPr marL="0" indent="0">
              <a:buNone/>
            </a:pPr>
            <a:r>
              <a:rPr dirty="0"/>
              <a:t>- Ravindra </a:t>
            </a:r>
          </a:p>
          <a:p>
            <a:pPr marL="0" indent="0">
              <a:buNone/>
            </a:pPr>
            <a:r>
              <a:rPr dirty="0"/>
              <a:t>- Uday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612509-70DE-A8A3-CBC1-9D226F2CE8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3400" y="2336873"/>
          <a:ext cx="6887389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3800"/>
              <a:t>Sprint 1 Objectives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8E80E7A-5248-1785-0407-FD630B2A0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119090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350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35935E-C2CB-638D-151C-9739CD67A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37195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2700"/>
              <a:t>Frontend Implementation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D8E63D6-8372-5ADB-4845-4962C8C10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529291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0702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315664" cy="1080938"/>
          </a:xfrm>
        </p:spPr>
        <p:txBody>
          <a:bodyPr>
            <a:normAutofit/>
          </a:bodyPr>
          <a:lstStyle/>
          <a:p>
            <a:r>
              <a:t>Database Design (ER Overview)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4817409" cy="3599316"/>
          </a:xfrm>
        </p:spPr>
        <p:txBody>
          <a:bodyPr>
            <a:normAutofit/>
          </a:bodyPr>
          <a:lstStyle/>
          <a:p>
            <a:r>
              <a:rPr lang="en-US" sz="1700"/>
              <a:t>PostgreSQL (Docker Container)</a:t>
            </a:r>
          </a:p>
          <a:p>
            <a:r>
              <a:rPr lang="en-US" sz="1700"/>
              <a:t>Users Table: id, full_name, email, password_hash</a:t>
            </a:r>
          </a:p>
          <a:p>
            <a:r>
              <a:rPr lang="en-US" sz="1700"/>
              <a:t>Assessments Table: id, full_name, age, risk_level, risk_score</a:t>
            </a:r>
          </a:p>
        </p:txBody>
      </p:sp>
      <p:pic>
        <p:nvPicPr>
          <p:cNvPr id="9" name="Picture 8" descr="The diagram illustrates a database schema with user attributes (id, PK, string, full_name, email, UK, password_hash) and an assessment entity (id, PK, string, full_name, age, risk_level, risk_score).&#10;&#10;AI-generated content may be incorrect.">
            <a:extLst>
              <a:ext uri="{FF2B5EF4-FFF2-40B4-BE49-F238E27FC236}">
                <a16:creationId xmlns:a16="http://schemas.microsoft.com/office/drawing/2014/main" id="{380CF10F-6B79-3851-48F0-F5F03290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318" y="947367"/>
            <a:ext cx="2518858" cy="496326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Technologies: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SQLAlchemy</a:t>
            </a:r>
            <a:r>
              <a:rPr dirty="0"/>
              <a:t> ORM, </a:t>
            </a:r>
            <a:r>
              <a:rPr dirty="0" err="1"/>
              <a:t>Passlib</a:t>
            </a:r>
            <a:r>
              <a:rPr dirty="0"/>
              <a:t> (</a:t>
            </a:r>
            <a:r>
              <a:rPr dirty="0" err="1"/>
              <a:t>bcrypt</a:t>
            </a:r>
            <a:r>
              <a:rPr dirty="0"/>
              <a:t>), </a:t>
            </a:r>
            <a:r>
              <a:rPr dirty="0" err="1"/>
              <a:t>Uvicorn</a:t>
            </a:r>
            <a:endParaRPr dirty="0"/>
          </a:p>
          <a:p>
            <a:r>
              <a:rPr dirty="0"/>
              <a:t>Endpoints:</a:t>
            </a:r>
          </a:p>
          <a:p>
            <a:pPr marL="0" indent="0">
              <a:buNone/>
            </a:pPr>
            <a:r>
              <a:rPr dirty="0"/>
              <a:t>- POST /auth/register</a:t>
            </a:r>
          </a:p>
          <a:p>
            <a:pPr marL="0" indent="0">
              <a:buNone/>
            </a:pPr>
            <a:r>
              <a:rPr dirty="0"/>
              <a:t>- POST /auth/login</a:t>
            </a:r>
          </a:p>
          <a:p>
            <a:pPr marL="0" indent="0">
              <a:buNone/>
            </a:pPr>
            <a:r>
              <a:rPr dirty="0"/>
              <a:t>- POST /assess</a:t>
            </a:r>
          </a:p>
          <a:p>
            <a:pPr marL="0" indent="0">
              <a:buNone/>
            </a:pPr>
            <a:r>
              <a:rPr dirty="0"/>
              <a:t>- GET /health</a:t>
            </a:r>
          </a:p>
          <a:p>
            <a:pPr marL="0" indent="0">
              <a:buNone/>
            </a:pPr>
            <a:r>
              <a:rPr dirty="0"/>
              <a:t>- GET /</a:t>
            </a:r>
            <a:r>
              <a:rPr dirty="0" err="1"/>
              <a:t>db</a:t>
            </a:r>
            <a:r>
              <a:rPr dirty="0"/>
              <a:t>-health</a:t>
            </a:r>
          </a:p>
          <a:p>
            <a:r>
              <a:rPr dirty="0"/>
              <a:t>Swagger documentation auto-generated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Logic (Sprint 1 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risk estimation:</a:t>
            </a:r>
          </a:p>
          <a:p>
            <a:r>
              <a:t>- age ≥ 50 → High Risk (0.8)</a:t>
            </a:r>
          </a:p>
          <a:p>
            <a:r>
              <a:t>- else Low Risk (0.3)</a:t>
            </a:r>
          </a:p>
          <a:p>
            <a:r>
              <a:t>Results stored in database</a:t>
            </a:r>
          </a:p>
          <a:p>
            <a:r>
              <a:t>Will be replaced by ML model in future sprints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3800"/>
              <a:t>Security &amp; Validation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27B36-5523-9E76-7025-E03AA70A2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731094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registers account</a:t>
            </a:r>
          </a:p>
          <a:p>
            <a:r>
              <a:t>2. Password hashed</a:t>
            </a:r>
          </a:p>
          <a:p>
            <a:r>
              <a:t>3. User logs in (verified via PostgreSQL)</a:t>
            </a:r>
          </a:p>
          <a:p>
            <a:r>
              <a:t>4. Patient name + age submitted</a:t>
            </a:r>
          </a:p>
          <a:p>
            <a:r>
              <a:t>5. Risk calculated via API</a:t>
            </a:r>
          </a:p>
          <a:p>
            <a:r>
              <a:t>6. Data stored in assessments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3800"/>
              <a:t>Sprint 1 Outcome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05FCA7-761A-1C97-A7EF-92E532EA4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229826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IN" sz="3800"/>
              <a:t>Sprint 2 Plan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14C262C-C087-C69E-28E1-0CADDAB62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798588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392</TotalTime>
  <Words>391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Berlin</vt:lpstr>
      <vt:lpstr>MediTrust – Sprint 1</vt:lpstr>
      <vt:lpstr>Project Overview</vt:lpstr>
      <vt:lpstr>Sprint 1 Objectives</vt:lpstr>
      <vt:lpstr>System Architecture</vt:lpstr>
      <vt:lpstr>Frontend Implementation</vt:lpstr>
      <vt:lpstr>Database Design (ER Overview)</vt:lpstr>
      <vt:lpstr>Backend Implementation</vt:lpstr>
      <vt:lpstr>Risk Logic (Sprint 1 Prototype)</vt:lpstr>
      <vt:lpstr>Security &amp; Validation</vt:lpstr>
      <vt:lpstr>Demo Flow</vt:lpstr>
      <vt:lpstr>Sprint 1 Outcome</vt:lpstr>
      <vt:lpstr>Sprint 2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Ravindra SSK Medicharla</dc:creator>
  <cp:keywords/>
  <dc:description>generated using python-pptx</dc:description>
  <cp:lastModifiedBy>Ravindra Siva Sai Kumar Medicharla</cp:lastModifiedBy>
  <cp:revision>12</cp:revision>
  <dcterms:created xsi:type="dcterms:W3CDTF">2013-01-27T09:14:16Z</dcterms:created>
  <dcterms:modified xsi:type="dcterms:W3CDTF">2026-02-20T16:49:44Z</dcterms:modified>
  <cp:category/>
</cp:coreProperties>
</file>